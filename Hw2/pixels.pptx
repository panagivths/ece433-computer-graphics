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74" r:id="rId2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8416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F334E-8FBB-854F-94C9-331AD2587593}" type="datetimeFigureOut">
              <a:rPr lang="en-GR" smtClean="0"/>
              <a:t>4/11/24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098DC-D042-F249-8EDD-C6DC04BDD69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9883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2FF0-15D5-FDDB-0B11-349267DC7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8A12D-34AF-3A69-F793-D254F4D18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DD12D-63A1-2BA9-AAC5-6A722A42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A7F8-6759-5E00-5CBA-F285DD3A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C13D1-E660-23A2-F21F-5843FF62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2021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9F66D-2106-D6A1-8B5A-568E10B7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8499-D6EA-6F9E-4969-FA035090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00171-CBB4-C649-CBC7-4759DC7D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06E48-AE81-261A-2183-A6992E94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C22B0-FA61-7F16-583B-18C64FC2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86091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45C3-1450-7448-724E-E5C5DDC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825D3-3E16-4F20-40AF-918733F69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1580F-5B8C-1BAF-A666-406F8020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A3667-0606-28E6-96BB-21DC69E4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CAF31-798C-1E65-DE61-1F21E2CF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60482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5283-3C5A-5CC7-A87C-8C83219F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24BA-CCDF-F661-8B4D-1A0F9CCFF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64A6A-C953-21FB-3C37-00E307567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AC17E-ABB8-574B-6B76-098DB094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97E55-CC63-6A1E-43A6-998D7EE8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AA89-3710-572F-2FF6-0A2C2ECB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5491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8E46-7E56-CFA8-1765-AD76F39FA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5C02F-C0D1-4B65-B31A-6AB49769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FDDB1-59A9-EFBB-845E-D8C700D7A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1143C-9D84-55B1-4539-D33A41D16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5BE04-858E-83AD-6845-BE0AE7F3E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465E8-04C2-5495-0CE8-D93CBC70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11D27-0C25-18DA-FB79-03D33654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3B811-1AEF-4E0B-F6D1-CA20B448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71051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7AC6-5392-8DDD-4FDF-9B4FF56E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76C12-78AF-9692-4639-51EEC762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AA615-747C-2D12-AB31-EEEDD578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B96CF-E808-9AB5-9B20-6BBD012E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2773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1D9AF-A3FD-A460-B261-44510A6E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AB80E-6FE6-BFF3-BAEC-F559C257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13D78-5F73-BD2F-1849-83164DF4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09570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D379-DAB8-1E53-6B15-0E80D125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EA477-7FB8-663D-F9D8-C7754A14C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30E3-9089-B77F-CC57-393F1F261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DAFBB-0372-819F-1E5C-2A04B0DF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62E6B-EA32-6538-5E46-9EED2CC5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0F11A-7875-CD58-193F-73550F61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6120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137D-2BDB-92FC-74C5-B87FC13A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B1778-05FC-D31F-D470-2DF9211B1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D68C-496E-A045-AF71-7196863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C9203-22B2-B3EB-8C7A-5B371FE1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33CF2-9E06-0B3B-9444-80644784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B00AB-2C2F-A8C3-5294-5FDBFE71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6053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88D8-700D-0450-96B6-E937EBF6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98A21-D587-D2EC-B2D2-D25F2750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0D50-465E-6A6A-A3FE-E5BC9459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EBB1D-CB61-F666-88EA-4879B9B9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067CA-E614-EB77-A32D-3074FBB5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1953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8C228-542E-7BA1-0177-1A46D7D4F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6EA43-61A1-2B5B-10E7-AE04483BE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AF366-3062-8203-32F2-0F15EECB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5209-E596-9F5C-E409-12C8301C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04503-6527-C589-1E5C-4258E3FC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2221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EE8BD-2EF8-7203-9805-5009BD54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B55E-53EE-6A78-9FCD-AD5073709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9C231-8AD6-A601-4FDA-C67017F35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yota@uth.gr</a:t>
            </a:r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4ED28-33F7-85F6-7597-E1726F3A7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ECE433, </a:t>
            </a:r>
            <a:r>
              <a:rPr lang="el-GR"/>
              <a:t>ΤΗΜΜΥ, ΠΘ</a:t>
            </a:r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816BD-4945-EB1E-6ED5-41A6C302D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C96-129B-F642-926D-B98569245D7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6262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roup 659">
            <a:extLst>
              <a:ext uri="{FF2B5EF4-FFF2-40B4-BE49-F238E27FC236}">
                <a16:creationId xmlns:a16="http://schemas.microsoft.com/office/drawing/2014/main" id="{B365B145-816F-B210-67C5-A2C5B6252085}"/>
              </a:ext>
            </a:extLst>
          </p:cNvPr>
          <p:cNvGrpSpPr/>
          <p:nvPr/>
        </p:nvGrpSpPr>
        <p:grpSpPr>
          <a:xfrm>
            <a:off x="228599" y="228600"/>
            <a:ext cx="11679235" cy="6289874"/>
            <a:chOff x="228599" y="228600"/>
            <a:chExt cx="11679235" cy="6289874"/>
          </a:xfrm>
          <a:solidFill>
            <a:schemeClr val="bg1"/>
          </a:solidFill>
        </p:grpSpPr>
        <p:grpSp>
          <p:nvGrpSpPr>
            <p:cNvPr id="425" name="Group 424">
              <a:extLst>
                <a:ext uri="{FF2B5EF4-FFF2-40B4-BE49-F238E27FC236}">
                  <a16:creationId xmlns:a16="http://schemas.microsoft.com/office/drawing/2014/main" id="{79E2503F-1454-DA7B-4CE6-61EC1BEC983A}"/>
                </a:ext>
              </a:extLst>
            </p:cNvPr>
            <p:cNvGrpSpPr/>
            <p:nvPr/>
          </p:nvGrpSpPr>
          <p:grpSpPr>
            <a:xfrm>
              <a:off x="228599" y="228600"/>
              <a:ext cx="4267200" cy="6288724"/>
              <a:chOff x="228599" y="228600"/>
              <a:chExt cx="4267200" cy="6288724"/>
            </a:xfrm>
            <a:grpFill/>
          </p:grpSpPr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FF30CBE4-B26A-63C8-04C1-B037712328C0}"/>
                  </a:ext>
                </a:extLst>
              </p:cNvPr>
              <p:cNvGrpSpPr/>
              <p:nvPr/>
            </p:nvGrpSpPr>
            <p:grpSpPr>
              <a:xfrm>
                <a:off x="228600" y="228600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77" name="Group 4">
                  <a:extLst>
                    <a:ext uri="{FF2B5EF4-FFF2-40B4-BE49-F238E27FC236}">
                      <a16:creationId xmlns:a16="http://schemas.microsoft.com/office/drawing/2014/main" id="{7ED35AAB-62BA-A7B0-0B79-A462A42278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78" name="Line 5">
                    <a:extLst>
                      <a:ext uri="{FF2B5EF4-FFF2-40B4-BE49-F238E27FC236}">
                        <a16:creationId xmlns:a16="http://schemas.microsoft.com/office/drawing/2014/main" id="{AA7154BD-2AD0-4C99-E5EE-CD0540119C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79" name="Line 6">
                    <a:extLst>
                      <a:ext uri="{FF2B5EF4-FFF2-40B4-BE49-F238E27FC236}">
                        <a16:creationId xmlns:a16="http://schemas.microsoft.com/office/drawing/2014/main" id="{E23E7767-129E-6A53-53BF-6F7A4690E7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0" name="Line 7">
                    <a:extLst>
                      <a:ext uri="{FF2B5EF4-FFF2-40B4-BE49-F238E27FC236}">
                        <a16:creationId xmlns:a16="http://schemas.microsoft.com/office/drawing/2014/main" id="{7A3D8FAF-05AC-2B79-8E25-DF7193B8E8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1" name="Line 8">
                    <a:extLst>
                      <a:ext uri="{FF2B5EF4-FFF2-40B4-BE49-F238E27FC236}">
                        <a16:creationId xmlns:a16="http://schemas.microsoft.com/office/drawing/2014/main" id="{D759BEEE-F282-B9C4-5E31-7BC27453CF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2" name="Line 9">
                    <a:extLst>
                      <a:ext uri="{FF2B5EF4-FFF2-40B4-BE49-F238E27FC236}">
                        <a16:creationId xmlns:a16="http://schemas.microsoft.com/office/drawing/2014/main" id="{5842374D-468D-0B65-A305-CA23B9155E5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3" name="Line 10">
                    <a:extLst>
                      <a:ext uri="{FF2B5EF4-FFF2-40B4-BE49-F238E27FC236}">
                        <a16:creationId xmlns:a16="http://schemas.microsoft.com/office/drawing/2014/main" id="{0C7A6827-F4A0-09F3-5B88-B9BBC8C7C7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4" name="Line 11">
                    <a:extLst>
                      <a:ext uri="{FF2B5EF4-FFF2-40B4-BE49-F238E27FC236}">
                        <a16:creationId xmlns:a16="http://schemas.microsoft.com/office/drawing/2014/main" id="{CABD384A-55BE-001D-1FC7-FF42E89575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5" name="Line 12">
                    <a:extLst>
                      <a:ext uri="{FF2B5EF4-FFF2-40B4-BE49-F238E27FC236}">
                        <a16:creationId xmlns:a16="http://schemas.microsoft.com/office/drawing/2014/main" id="{7A79879C-20E3-C722-D86A-463314A30D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6" name="Line 13">
                    <a:extLst>
                      <a:ext uri="{FF2B5EF4-FFF2-40B4-BE49-F238E27FC236}">
                        <a16:creationId xmlns:a16="http://schemas.microsoft.com/office/drawing/2014/main" id="{BC64B90C-2143-84F5-1E20-64D6D1D280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7" name="Line 14">
                    <a:extLst>
                      <a:ext uri="{FF2B5EF4-FFF2-40B4-BE49-F238E27FC236}">
                        <a16:creationId xmlns:a16="http://schemas.microsoft.com/office/drawing/2014/main" id="{E9BE0F65-5867-A019-D5CD-72871299F1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8" name="Line 15">
                    <a:extLst>
                      <a:ext uri="{FF2B5EF4-FFF2-40B4-BE49-F238E27FC236}">
                        <a16:creationId xmlns:a16="http://schemas.microsoft.com/office/drawing/2014/main" id="{4E2DDE1C-ADF3-4FE8-1C70-0D4D983C5A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89" name="Line 16">
                    <a:extLst>
                      <a:ext uri="{FF2B5EF4-FFF2-40B4-BE49-F238E27FC236}">
                        <a16:creationId xmlns:a16="http://schemas.microsoft.com/office/drawing/2014/main" id="{9DEF6D0E-C721-281A-43CC-556528AC32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90" name="Line 17">
                    <a:extLst>
                      <a:ext uri="{FF2B5EF4-FFF2-40B4-BE49-F238E27FC236}">
                        <a16:creationId xmlns:a16="http://schemas.microsoft.com/office/drawing/2014/main" id="{618A7F8C-15A0-D80B-2A64-95AF03A3FC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91" name="Line 18">
                    <a:extLst>
                      <a:ext uri="{FF2B5EF4-FFF2-40B4-BE49-F238E27FC236}">
                        <a16:creationId xmlns:a16="http://schemas.microsoft.com/office/drawing/2014/main" id="{2C298223-F6BF-E547-3CE5-E2A9AAD56C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2" name="Oval 19">
                  <a:extLst>
                    <a:ext uri="{FF2B5EF4-FFF2-40B4-BE49-F238E27FC236}">
                      <a16:creationId xmlns:a16="http://schemas.microsoft.com/office/drawing/2014/main" id="{F338A19C-CD2F-943E-46AE-C7F2ADB644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Oval 20">
                  <a:extLst>
                    <a:ext uri="{FF2B5EF4-FFF2-40B4-BE49-F238E27FC236}">
                      <a16:creationId xmlns:a16="http://schemas.microsoft.com/office/drawing/2014/main" id="{0AA8904B-7E87-F076-3124-D843094BFC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Oval 21">
                  <a:extLst>
                    <a:ext uri="{FF2B5EF4-FFF2-40B4-BE49-F238E27FC236}">
                      <a16:creationId xmlns:a16="http://schemas.microsoft.com/office/drawing/2014/main" id="{711C7E3B-8BD1-9F3E-073D-297B47E40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Oval 22">
                  <a:extLst>
                    <a:ext uri="{FF2B5EF4-FFF2-40B4-BE49-F238E27FC236}">
                      <a16:creationId xmlns:a16="http://schemas.microsoft.com/office/drawing/2014/main" id="{5AD3B8FD-DC56-33C8-72A4-78781B4BD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" name="Oval 23">
                  <a:extLst>
                    <a:ext uri="{FF2B5EF4-FFF2-40B4-BE49-F238E27FC236}">
                      <a16:creationId xmlns:a16="http://schemas.microsoft.com/office/drawing/2014/main" id="{BF32B3F9-CEFF-B640-5252-F0207994B0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" name="Oval 24">
                  <a:extLst>
                    <a:ext uri="{FF2B5EF4-FFF2-40B4-BE49-F238E27FC236}">
                      <a16:creationId xmlns:a16="http://schemas.microsoft.com/office/drawing/2014/main" id="{E4B1F4C0-C004-F6DC-C1F5-C1476AF93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Oval 25">
                  <a:extLst>
                    <a:ext uri="{FF2B5EF4-FFF2-40B4-BE49-F238E27FC236}">
                      <a16:creationId xmlns:a16="http://schemas.microsoft.com/office/drawing/2014/main" id="{65B2C778-5119-8A2C-2F00-7243D23CCA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Oval 26">
                  <a:extLst>
                    <a:ext uri="{FF2B5EF4-FFF2-40B4-BE49-F238E27FC236}">
                      <a16:creationId xmlns:a16="http://schemas.microsoft.com/office/drawing/2014/main" id="{08528F77-7167-3F13-4692-611AC5294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" name="Oval 27">
                  <a:extLst>
                    <a:ext uri="{FF2B5EF4-FFF2-40B4-BE49-F238E27FC236}">
                      <a16:creationId xmlns:a16="http://schemas.microsoft.com/office/drawing/2014/main" id="{A70B9F35-E53F-2D7F-856D-4DC560C16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1" name="Oval 28">
                  <a:extLst>
                    <a:ext uri="{FF2B5EF4-FFF2-40B4-BE49-F238E27FC236}">
                      <a16:creationId xmlns:a16="http://schemas.microsoft.com/office/drawing/2014/main" id="{6EBD76F7-F987-1F92-0E63-78DD077B48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" name="Oval 29">
                  <a:extLst>
                    <a:ext uri="{FF2B5EF4-FFF2-40B4-BE49-F238E27FC236}">
                      <a16:creationId xmlns:a16="http://schemas.microsoft.com/office/drawing/2014/main" id="{8FF150A9-7A6B-7B19-0B78-88B8E0DD91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" name="Oval 30">
                  <a:extLst>
                    <a:ext uri="{FF2B5EF4-FFF2-40B4-BE49-F238E27FC236}">
                      <a16:creationId xmlns:a16="http://schemas.microsoft.com/office/drawing/2014/main" id="{C0BB0F84-E3F0-8932-3A6A-58CBA73E43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" name="Oval 31">
                  <a:extLst>
                    <a:ext uri="{FF2B5EF4-FFF2-40B4-BE49-F238E27FC236}">
                      <a16:creationId xmlns:a16="http://schemas.microsoft.com/office/drawing/2014/main" id="{0104CC62-3B7B-B024-D663-9D3E48187A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" name="Oval 32">
                  <a:extLst>
                    <a:ext uri="{FF2B5EF4-FFF2-40B4-BE49-F238E27FC236}">
                      <a16:creationId xmlns:a16="http://schemas.microsoft.com/office/drawing/2014/main" id="{B3DF423D-C82B-9EA6-F1C3-AEC89B3E1A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" name="Oval 33">
                  <a:extLst>
                    <a:ext uri="{FF2B5EF4-FFF2-40B4-BE49-F238E27FC236}">
                      <a16:creationId xmlns:a16="http://schemas.microsoft.com/office/drawing/2014/main" id="{F4BA54E0-02AC-8BA5-E1FA-39F11A120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" name="Oval 34">
                  <a:extLst>
                    <a:ext uri="{FF2B5EF4-FFF2-40B4-BE49-F238E27FC236}">
                      <a16:creationId xmlns:a16="http://schemas.microsoft.com/office/drawing/2014/main" id="{7F078E59-CDD4-FDBE-1070-35ED52EAF8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" name="Oval 35">
                  <a:extLst>
                    <a:ext uri="{FF2B5EF4-FFF2-40B4-BE49-F238E27FC236}">
                      <a16:creationId xmlns:a16="http://schemas.microsoft.com/office/drawing/2014/main" id="{549A42AF-E173-FAA6-9D99-D59B828B3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" name="Oval 36">
                  <a:extLst>
                    <a:ext uri="{FF2B5EF4-FFF2-40B4-BE49-F238E27FC236}">
                      <a16:creationId xmlns:a16="http://schemas.microsoft.com/office/drawing/2014/main" id="{790B2E70-5902-882B-E29D-9F345BFFC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" name="Oval 37">
                  <a:extLst>
                    <a:ext uri="{FF2B5EF4-FFF2-40B4-BE49-F238E27FC236}">
                      <a16:creationId xmlns:a16="http://schemas.microsoft.com/office/drawing/2014/main" id="{1BDFFE9D-BA20-D2F0-C71F-080698F33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111" name="Oval 38">
                  <a:extLst>
                    <a:ext uri="{FF2B5EF4-FFF2-40B4-BE49-F238E27FC236}">
                      <a16:creationId xmlns:a16="http://schemas.microsoft.com/office/drawing/2014/main" id="{3642B010-6EDE-B72B-B3EC-F04548F6EA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" name="Oval 39">
                  <a:extLst>
                    <a:ext uri="{FF2B5EF4-FFF2-40B4-BE49-F238E27FC236}">
                      <a16:creationId xmlns:a16="http://schemas.microsoft.com/office/drawing/2014/main" id="{1E2CB574-F9D2-C91A-5529-DA06487F97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" name="Oval 40">
                  <a:extLst>
                    <a:ext uri="{FF2B5EF4-FFF2-40B4-BE49-F238E27FC236}">
                      <a16:creationId xmlns:a16="http://schemas.microsoft.com/office/drawing/2014/main" id="{FED06F31-941E-3BA0-F481-8F9FF3C1F9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" name="Oval 41">
                  <a:extLst>
                    <a:ext uri="{FF2B5EF4-FFF2-40B4-BE49-F238E27FC236}">
                      <a16:creationId xmlns:a16="http://schemas.microsoft.com/office/drawing/2014/main" id="{8B5D1E01-4A7B-10A5-1AE4-10EB391D04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Oval 42">
                  <a:extLst>
                    <a:ext uri="{FF2B5EF4-FFF2-40B4-BE49-F238E27FC236}">
                      <a16:creationId xmlns:a16="http://schemas.microsoft.com/office/drawing/2014/main" id="{01BA9915-2F7A-C3B1-9D8C-965848B91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" name="Oval 43">
                  <a:extLst>
                    <a:ext uri="{FF2B5EF4-FFF2-40B4-BE49-F238E27FC236}">
                      <a16:creationId xmlns:a16="http://schemas.microsoft.com/office/drawing/2014/main" id="{A9F7B83B-9403-ABF6-A3E8-68A25E5AA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" name="Oval 44">
                  <a:extLst>
                    <a:ext uri="{FF2B5EF4-FFF2-40B4-BE49-F238E27FC236}">
                      <a16:creationId xmlns:a16="http://schemas.microsoft.com/office/drawing/2014/main" id="{ED15AA51-F498-8104-EAA3-ABD8528D1C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" name="Oval 45">
                  <a:extLst>
                    <a:ext uri="{FF2B5EF4-FFF2-40B4-BE49-F238E27FC236}">
                      <a16:creationId xmlns:a16="http://schemas.microsoft.com/office/drawing/2014/main" id="{3ED5A503-D6B5-462B-2285-99D0DF4FB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9" name="Oval 46">
                  <a:extLst>
                    <a:ext uri="{FF2B5EF4-FFF2-40B4-BE49-F238E27FC236}">
                      <a16:creationId xmlns:a16="http://schemas.microsoft.com/office/drawing/2014/main" id="{AB4E3399-7FA8-64D9-E150-66B4C3620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" name="Oval 47">
                  <a:extLst>
                    <a:ext uri="{FF2B5EF4-FFF2-40B4-BE49-F238E27FC236}">
                      <a16:creationId xmlns:a16="http://schemas.microsoft.com/office/drawing/2014/main" id="{9CA4742D-1219-BDE8-D7BF-FA97CEA5A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" name="Oval 48">
                  <a:extLst>
                    <a:ext uri="{FF2B5EF4-FFF2-40B4-BE49-F238E27FC236}">
                      <a16:creationId xmlns:a16="http://schemas.microsoft.com/office/drawing/2014/main" id="{69AE2E9E-19E1-35CE-078A-5EDC94908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" name="Oval 49">
                  <a:extLst>
                    <a:ext uri="{FF2B5EF4-FFF2-40B4-BE49-F238E27FC236}">
                      <a16:creationId xmlns:a16="http://schemas.microsoft.com/office/drawing/2014/main" id="{9992B345-CC71-94B5-4FB3-1DFEA3D3E3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3" name="Oval 50">
                  <a:extLst>
                    <a:ext uri="{FF2B5EF4-FFF2-40B4-BE49-F238E27FC236}">
                      <a16:creationId xmlns:a16="http://schemas.microsoft.com/office/drawing/2014/main" id="{D809FDED-0E92-3DA0-E961-F2BCD0060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" name="Oval 51">
                  <a:extLst>
                    <a:ext uri="{FF2B5EF4-FFF2-40B4-BE49-F238E27FC236}">
                      <a16:creationId xmlns:a16="http://schemas.microsoft.com/office/drawing/2014/main" id="{DC704519-8634-BE58-CBC9-882E890A5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" name="Oval 52">
                  <a:extLst>
                    <a:ext uri="{FF2B5EF4-FFF2-40B4-BE49-F238E27FC236}">
                      <a16:creationId xmlns:a16="http://schemas.microsoft.com/office/drawing/2014/main" id="{F6793027-4034-05AC-1E0D-FCCE910BE5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6" name="Oval 53">
                  <a:extLst>
                    <a:ext uri="{FF2B5EF4-FFF2-40B4-BE49-F238E27FC236}">
                      <a16:creationId xmlns:a16="http://schemas.microsoft.com/office/drawing/2014/main" id="{B8A82455-DE13-B685-1112-30D5CB6AE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Oval 54">
                  <a:extLst>
                    <a:ext uri="{FF2B5EF4-FFF2-40B4-BE49-F238E27FC236}">
                      <a16:creationId xmlns:a16="http://schemas.microsoft.com/office/drawing/2014/main" id="{B1E1CC65-E6C8-6DC2-666F-2BE800CE75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Oval 55">
                  <a:extLst>
                    <a:ext uri="{FF2B5EF4-FFF2-40B4-BE49-F238E27FC236}">
                      <a16:creationId xmlns:a16="http://schemas.microsoft.com/office/drawing/2014/main" id="{47651661-30C1-D609-B77A-969FD4BFA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Oval 56">
                  <a:extLst>
                    <a:ext uri="{FF2B5EF4-FFF2-40B4-BE49-F238E27FC236}">
                      <a16:creationId xmlns:a16="http://schemas.microsoft.com/office/drawing/2014/main" id="{7F941131-1192-1573-78D2-421A42BD0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" name="Oval 57">
                  <a:extLst>
                    <a:ext uri="{FF2B5EF4-FFF2-40B4-BE49-F238E27FC236}">
                      <a16:creationId xmlns:a16="http://schemas.microsoft.com/office/drawing/2014/main" id="{275E866D-38B6-7FE0-863C-BB30154044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Oval 58">
                  <a:extLst>
                    <a:ext uri="{FF2B5EF4-FFF2-40B4-BE49-F238E27FC236}">
                      <a16:creationId xmlns:a16="http://schemas.microsoft.com/office/drawing/2014/main" id="{5EAD1F0D-92B2-B769-E208-429C9D016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" name="Oval 59">
                  <a:extLst>
                    <a:ext uri="{FF2B5EF4-FFF2-40B4-BE49-F238E27FC236}">
                      <a16:creationId xmlns:a16="http://schemas.microsoft.com/office/drawing/2014/main" id="{592BC5F2-3979-C6B5-AC46-7815F4B9E1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" name="Oval 60">
                  <a:extLst>
                    <a:ext uri="{FF2B5EF4-FFF2-40B4-BE49-F238E27FC236}">
                      <a16:creationId xmlns:a16="http://schemas.microsoft.com/office/drawing/2014/main" id="{BC6110AA-3504-12BC-C036-24102CE8D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96B385B3-0C55-F3A9-8ED1-E09073861E20}"/>
                  </a:ext>
                </a:extLst>
              </p:cNvPr>
              <p:cNvGrpSpPr/>
              <p:nvPr/>
            </p:nvGrpSpPr>
            <p:grpSpPr>
              <a:xfrm>
                <a:off x="228599" y="2923224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368" name="Group 4">
                  <a:extLst>
                    <a:ext uri="{FF2B5EF4-FFF2-40B4-BE49-F238E27FC236}">
                      <a16:creationId xmlns:a16="http://schemas.microsoft.com/office/drawing/2014/main" id="{7E5A27AF-E23D-DB03-6410-03FFA943D9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411" name="Line 5">
                    <a:extLst>
                      <a:ext uri="{FF2B5EF4-FFF2-40B4-BE49-F238E27FC236}">
                        <a16:creationId xmlns:a16="http://schemas.microsoft.com/office/drawing/2014/main" id="{F276469B-232D-E19F-AE4E-7441A2DB93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2" name="Line 6">
                    <a:extLst>
                      <a:ext uri="{FF2B5EF4-FFF2-40B4-BE49-F238E27FC236}">
                        <a16:creationId xmlns:a16="http://schemas.microsoft.com/office/drawing/2014/main" id="{DB3B2BE2-1DF4-1143-8D61-6A72E666E7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3" name="Line 7">
                    <a:extLst>
                      <a:ext uri="{FF2B5EF4-FFF2-40B4-BE49-F238E27FC236}">
                        <a16:creationId xmlns:a16="http://schemas.microsoft.com/office/drawing/2014/main" id="{98720BD5-AD43-9652-8FA4-7A7421B17C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4" name="Line 8">
                    <a:extLst>
                      <a:ext uri="{FF2B5EF4-FFF2-40B4-BE49-F238E27FC236}">
                        <a16:creationId xmlns:a16="http://schemas.microsoft.com/office/drawing/2014/main" id="{8CB1C3B0-5269-9EAE-4560-570E5CC154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5" name="Line 9">
                    <a:extLst>
                      <a:ext uri="{FF2B5EF4-FFF2-40B4-BE49-F238E27FC236}">
                        <a16:creationId xmlns:a16="http://schemas.microsoft.com/office/drawing/2014/main" id="{B8BA6E14-BEA2-8295-DCAE-E84086B9AD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6" name="Line 10">
                    <a:extLst>
                      <a:ext uri="{FF2B5EF4-FFF2-40B4-BE49-F238E27FC236}">
                        <a16:creationId xmlns:a16="http://schemas.microsoft.com/office/drawing/2014/main" id="{8BBE89C0-C07E-07C4-D220-94D5CDF341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7" name="Line 11">
                    <a:extLst>
                      <a:ext uri="{FF2B5EF4-FFF2-40B4-BE49-F238E27FC236}">
                        <a16:creationId xmlns:a16="http://schemas.microsoft.com/office/drawing/2014/main" id="{DFF74070-FCAB-53B2-C551-0545D8D339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8" name="Line 12">
                    <a:extLst>
                      <a:ext uri="{FF2B5EF4-FFF2-40B4-BE49-F238E27FC236}">
                        <a16:creationId xmlns:a16="http://schemas.microsoft.com/office/drawing/2014/main" id="{0AF3BA09-D036-551F-92AE-79C96CCA55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19" name="Line 13">
                    <a:extLst>
                      <a:ext uri="{FF2B5EF4-FFF2-40B4-BE49-F238E27FC236}">
                        <a16:creationId xmlns:a16="http://schemas.microsoft.com/office/drawing/2014/main" id="{7795D485-E3F0-3B6F-3E36-5024BDE1DD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20" name="Line 14">
                    <a:extLst>
                      <a:ext uri="{FF2B5EF4-FFF2-40B4-BE49-F238E27FC236}">
                        <a16:creationId xmlns:a16="http://schemas.microsoft.com/office/drawing/2014/main" id="{FE5E6C20-0014-910F-54E0-847C91141C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21" name="Line 15">
                    <a:extLst>
                      <a:ext uri="{FF2B5EF4-FFF2-40B4-BE49-F238E27FC236}">
                        <a16:creationId xmlns:a16="http://schemas.microsoft.com/office/drawing/2014/main" id="{465B0CF8-4F23-EB44-69C8-C6517D1E0E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22" name="Line 16">
                    <a:extLst>
                      <a:ext uri="{FF2B5EF4-FFF2-40B4-BE49-F238E27FC236}">
                        <a16:creationId xmlns:a16="http://schemas.microsoft.com/office/drawing/2014/main" id="{7581472C-D3E9-3EBE-A06C-FE71C10C22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23" name="Line 17">
                    <a:extLst>
                      <a:ext uri="{FF2B5EF4-FFF2-40B4-BE49-F238E27FC236}">
                        <a16:creationId xmlns:a16="http://schemas.microsoft.com/office/drawing/2014/main" id="{538D79D2-44E8-4E99-CCEF-B7C710B110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24" name="Line 18">
                    <a:extLst>
                      <a:ext uri="{FF2B5EF4-FFF2-40B4-BE49-F238E27FC236}">
                        <a16:creationId xmlns:a16="http://schemas.microsoft.com/office/drawing/2014/main" id="{95BB9EB3-851C-A160-BCE3-98353E655B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69" name="Oval 19">
                  <a:extLst>
                    <a:ext uri="{FF2B5EF4-FFF2-40B4-BE49-F238E27FC236}">
                      <a16:creationId xmlns:a16="http://schemas.microsoft.com/office/drawing/2014/main" id="{B9AE8CAF-079A-D0EE-9D13-B5C1FEE28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" name="Oval 20">
                  <a:extLst>
                    <a:ext uri="{FF2B5EF4-FFF2-40B4-BE49-F238E27FC236}">
                      <a16:creationId xmlns:a16="http://schemas.microsoft.com/office/drawing/2014/main" id="{34A110C2-FA5F-0C2F-2CC9-0EFE9AE297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1" name="Oval 21">
                  <a:extLst>
                    <a:ext uri="{FF2B5EF4-FFF2-40B4-BE49-F238E27FC236}">
                      <a16:creationId xmlns:a16="http://schemas.microsoft.com/office/drawing/2014/main" id="{8D0D2821-0D70-7498-D1D1-22489E281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2" name="Oval 22">
                  <a:extLst>
                    <a:ext uri="{FF2B5EF4-FFF2-40B4-BE49-F238E27FC236}">
                      <a16:creationId xmlns:a16="http://schemas.microsoft.com/office/drawing/2014/main" id="{65AE9830-3BB7-1B30-0906-37B9F731A3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3" name="Oval 23">
                  <a:extLst>
                    <a:ext uri="{FF2B5EF4-FFF2-40B4-BE49-F238E27FC236}">
                      <a16:creationId xmlns:a16="http://schemas.microsoft.com/office/drawing/2014/main" id="{9E692688-7AF7-7016-2594-A3DE14739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4" name="Oval 24">
                  <a:extLst>
                    <a:ext uri="{FF2B5EF4-FFF2-40B4-BE49-F238E27FC236}">
                      <a16:creationId xmlns:a16="http://schemas.microsoft.com/office/drawing/2014/main" id="{C7B165A1-3B94-C33A-1B97-F46984F8AE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5" name="Oval 25">
                  <a:extLst>
                    <a:ext uri="{FF2B5EF4-FFF2-40B4-BE49-F238E27FC236}">
                      <a16:creationId xmlns:a16="http://schemas.microsoft.com/office/drawing/2014/main" id="{F3FA08DA-64F4-7348-C757-A770743DDC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6" name="Oval 26">
                  <a:extLst>
                    <a:ext uri="{FF2B5EF4-FFF2-40B4-BE49-F238E27FC236}">
                      <a16:creationId xmlns:a16="http://schemas.microsoft.com/office/drawing/2014/main" id="{5CDD8C0D-1F1B-A7E0-7AA9-36DF54E73A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7" name="Oval 27">
                  <a:extLst>
                    <a:ext uri="{FF2B5EF4-FFF2-40B4-BE49-F238E27FC236}">
                      <a16:creationId xmlns:a16="http://schemas.microsoft.com/office/drawing/2014/main" id="{0C0C8B1A-8C45-AFBD-8937-D0AD8FEDF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8" name="Oval 28">
                  <a:extLst>
                    <a:ext uri="{FF2B5EF4-FFF2-40B4-BE49-F238E27FC236}">
                      <a16:creationId xmlns:a16="http://schemas.microsoft.com/office/drawing/2014/main" id="{364A4661-DC86-7AEF-D7A8-E0C27FD53E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" name="Oval 29">
                  <a:extLst>
                    <a:ext uri="{FF2B5EF4-FFF2-40B4-BE49-F238E27FC236}">
                      <a16:creationId xmlns:a16="http://schemas.microsoft.com/office/drawing/2014/main" id="{254E9134-4F56-A2B5-4BB5-C7C44C88D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0" name="Oval 30">
                  <a:extLst>
                    <a:ext uri="{FF2B5EF4-FFF2-40B4-BE49-F238E27FC236}">
                      <a16:creationId xmlns:a16="http://schemas.microsoft.com/office/drawing/2014/main" id="{14571895-6D3B-88BC-3CE7-A09502B10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1" name="Oval 31">
                  <a:extLst>
                    <a:ext uri="{FF2B5EF4-FFF2-40B4-BE49-F238E27FC236}">
                      <a16:creationId xmlns:a16="http://schemas.microsoft.com/office/drawing/2014/main" id="{9626DE20-5D10-ABC8-EAD3-FFD612DA22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2" name="Oval 32">
                  <a:extLst>
                    <a:ext uri="{FF2B5EF4-FFF2-40B4-BE49-F238E27FC236}">
                      <a16:creationId xmlns:a16="http://schemas.microsoft.com/office/drawing/2014/main" id="{16EB94A3-1308-EA3C-5A19-80E343118F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3" name="Oval 33">
                  <a:extLst>
                    <a:ext uri="{FF2B5EF4-FFF2-40B4-BE49-F238E27FC236}">
                      <a16:creationId xmlns:a16="http://schemas.microsoft.com/office/drawing/2014/main" id="{0B90049D-AFAA-2ACC-0786-DAA90E7AEC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4" name="Oval 34">
                  <a:extLst>
                    <a:ext uri="{FF2B5EF4-FFF2-40B4-BE49-F238E27FC236}">
                      <a16:creationId xmlns:a16="http://schemas.microsoft.com/office/drawing/2014/main" id="{01DF37FE-D03F-20B2-3710-027C8741EB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5" name="Oval 35">
                  <a:extLst>
                    <a:ext uri="{FF2B5EF4-FFF2-40B4-BE49-F238E27FC236}">
                      <a16:creationId xmlns:a16="http://schemas.microsoft.com/office/drawing/2014/main" id="{0F2E92D2-0612-C4C6-40C7-508A362E1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6" name="Oval 36">
                  <a:extLst>
                    <a:ext uri="{FF2B5EF4-FFF2-40B4-BE49-F238E27FC236}">
                      <a16:creationId xmlns:a16="http://schemas.microsoft.com/office/drawing/2014/main" id="{9CC5726A-2572-A73A-7320-4A02B34B9D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7" name="Oval 37">
                  <a:extLst>
                    <a:ext uri="{FF2B5EF4-FFF2-40B4-BE49-F238E27FC236}">
                      <a16:creationId xmlns:a16="http://schemas.microsoft.com/office/drawing/2014/main" id="{5FAE4AF9-C76F-1FB4-ADC9-EA9DB276B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8" name="Oval 38">
                  <a:extLst>
                    <a:ext uri="{FF2B5EF4-FFF2-40B4-BE49-F238E27FC236}">
                      <a16:creationId xmlns:a16="http://schemas.microsoft.com/office/drawing/2014/main" id="{2F1E412A-487E-DF47-B9C9-62C0A2C8A2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" name="Oval 39">
                  <a:extLst>
                    <a:ext uri="{FF2B5EF4-FFF2-40B4-BE49-F238E27FC236}">
                      <a16:creationId xmlns:a16="http://schemas.microsoft.com/office/drawing/2014/main" id="{56818E11-3678-D090-3AF1-075B381431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" name="Oval 40">
                  <a:extLst>
                    <a:ext uri="{FF2B5EF4-FFF2-40B4-BE49-F238E27FC236}">
                      <a16:creationId xmlns:a16="http://schemas.microsoft.com/office/drawing/2014/main" id="{E2C6603C-B7A1-DAF7-6DF9-586527924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1" name="Oval 41">
                  <a:extLst>
                    <a:ext uri="{FF2B5EF4-FFF2-40B4-BE49-F238E27FC236}">
                      <a16:creationId xmlns:a16="http://schemas.microsoft.com/office/drawing/2014/main" id="{D76EF2FF-69B0-5AB4-D4C4-75509F092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2" name="Oval 42">
                  <a:extLst>
                    <a:ext uri="{FF2B5EF4-FFF2-40B4-BE49-F238E27FC236}">
                      <a16:creationId xmlns:a16="http://schemas.microsoft.com/office/drawing/2014/main" id="{136A34F8-E012-925F-8EAD-2DABF88840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3" name="Oval 43">
                  <a:extLst>
                    <a:ext uri="{FF2B5EF4-FFF2-40B4-BE49-F238E27FC236}">
                      <a16:creationId xmlns:a16="http://schemas.microsoft.com/office/drawing/2014/main" id="{561648D8-69D5-8FB3-9605-C8D6F8B533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4" name="Oval 44">
                  <a:extLst>
                    <a:ext uri="{FF2B5EF4-FFF2-40B4-BE49-F238E27FC236}">
                      <a16:creationId xmlns:a16="http://schemas.microsoft.com/office/drawing/2014/main" id="{06F61327-B2C4-BD6F-FEAE-61CFBF45A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5" name="Oval 45">
                  <a:extLst>
                    <a:ext uri="{FF2B5EF4-FFF2-40B4-BE49-F238E27FC236}">
                      <a16:creationId xmlns:a16="http://schemas.microsoft.com/office/drawing/2014/main" id="{BE3C0F64-18A3-277A-4943-E0EBB14AC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6" name="Oval 46">
                  <a:extLst>
                    <a:ext uri="{FF2B5EF4-FFF2-40B4-BE49-F238E27FC236}">
                      <a16:creationId xmlns:a16="http://schemas.microsoft.com/office/drawing/2014/main" id="{09114E7A-D787-F81D-A8BF-039C294528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7" name="Oval 47">
                  <a:extLst>
                    <a:ext uri="{FF2B5EF4-FFF2-40B4-BE49-F238E27FC236}">
                      <a16:creationId xmlns:a16="http://schemas.microsoft.com/office/drawing/2014/main" id="{296AFA56-9500-6650-6E88-856221C9A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8" name="Oval 48">
                  <a:extLst>
                    <a:ext uri="{FF2B5EF4-FFF2-40B4-BE49-F238E27FC236}">
                      <a16:creationId xmlns:a16="http://schemas.microsoft.com/office/drawing/2014/main" id="{B9B0F74A-46DD-33EF-25D7-14D742E478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" name="Oval 49">
                  <a:extLst>
                    <a:ext uri="{FF2B5EF4-FFF2-40B4-BE49-F238E27FC236}">
                      <a16:creationId xmlns:a16="http://schemas.microsoft.com/office/drawing/2014/main" id="{66E4A576-E09B-2C36-BF96-88DABC7A0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0" name="Oval 50">
                  <a:extLst>
                    <a:ext uri="{FF2B5EF4-FFF2-40B4-BE49-F238E27FC236}">
                      <a16:creationId xmlns:a16="http://schemas.microsoft.com/office/drawing/2014/main" id="{6B5CE98D-025F-373E-2BC0-75BC1DAF9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1" name="Oval 51">
                  <a:extLst>
                    <a:ext uri="{FF2B5EF4-FFF2-40B4-BE49-F238E27FC236}">
                      <a16:creationId xmlns:a16="http://schemas.microsoft.com/office/drawing/2014/main" id="{1EA589C7-8DF5-B5CD-BB03-6F41E8992E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2" name="Oval 52">
                  <a:extLst>
                    <a:ext uri="{FF2B5EF4-FFF2-40B4-BE49-F238E27FC236}">
                      <a16:creationId xmlns:a16="http://schemas.microsoft.com/office/drawing/2014/main" id="{85CCFF11-5B00-9613-204E-197C9AD20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3" name="Oval 53">
                  <a:extLst>
                    <a:ext uri="{FF2B5EF4-FFF2-40B4-BE49-F238E27FC236}">
                      <a16:creationId xmlns:a16="http://schemas.microsoft.com/office/drawing/2014/main" id="{66EC6683-3B25-2C8D-E5A9-C409443C9B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4" name="Oval 54">
                  <a:extLst>
                    <a:ext uri="{FF2B5EF4-FFF2-40B4-BE49-F238E27FC236}">
                      <a16:creationId xmlns:a16="http://schemas.microsoft.com/office/drawing/2014/main" id="{3558292E-B1E3-2DD2-2B6D-EA06A0F4F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5" name="Oval 55">
                  <a:extLst>
                    <a:ext uri="{FF2B5EF4-FFF2-40B4-BE49-F238E27FC236}">
                      <a16:creationId xmlns:a16="http://schemas.microsoft.com/office/drawing/2014/main" id="{C49B3801-F78A-7C0C-2679-FE465CBC3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6" name="Oval 56">
                  <a:extLst>
                    <a:ext uri="{FF2B5EF4-FFF2-40B4-BE49-F238E27FC236}">
                      <a16:creationId xmlns:a16="http://schemas.microsoft.com/office/drawing/2014/main" id="{F5ACCD54-8EDD-04F4-6BD2-D6B0D81A06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7" name="Oval 57">
                  <a:extLst>
                    <a:ext uri="{FF2B5EF4-FFF2-40B4-BE49-F238E27FC236}">
                      <a16:creationId xmlns:a16="http://schemas.microsoft.com/office/drawing/2014/main" id="{E7E94146-E7EE-BF0D-6F83-2D5672FE37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8" name="Oval 58">
                  <a:extLst>
                    <a:ext uri="{FF2B5EF4-FFF2-40B4-BE49-F238E27FC236}">
                      <a16:creationId xmlns:a16="http://schemas.microsoft.com/office/drawing/2014/main" id="{23FCA8EE-D8EF-0500-8D32-D8CA07094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9" name="Oval 59">
                  <a:extLst>
                    <a:ext uri="{FF2B5EF4-FFF2-40B4-BE49-F238E27FC236}">
                      <a16:creationId xmlns:a16="http://schemas.microsoft.com/office/drawing/2014/main" id="{08B9ABA1-12E7-19C7-1C24-617461B3FE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" name="Oval 60">
                  <a:extLst>
                    <a:ext uri="{FF2B5EF4-FFF2-40B4-BE49-F238E27FC236}">
                      <a16:creationId xmlns:a16="http://schemas.microsoft.com/office/drawing/2014/main" id="{F21B8C7A-DD23-41A2-F2FD-9C5D24F4E1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D5CD9A0C-69DB-5FC6-EC47-83AFC2CD8AE6}"/>
                </a:ext>
              </a:extLst>
            </p:cNvPr>
            <p:cNvGrpSpPr/>
            <p:nvPr/>
          </p:nvGrpSpPr>
          <p:grpSpPr>
            <a:xfrm>
              <a:off x="4274456" y="229750"/>
              <a:ext cx="4267200" cy="6288724"/>
              <a:chOff x="228599" y="228600"/>
              <a:chExt cx="4267200" cy="6288724"/>
            </a:xfrm>
            <a:grpFill/>
          </p:grpSpPr>
          <p:grpSp>
            <p:nvGrpSpPr>
              <p:cNvPr id="427" name="Group 426">
                <a:extLst>
                  <a:ext uri="{FF2B5EF4-FFF2-40B4-BE49-F238E27FC236}">
                    <a16:creationId xmlns:a16="http://schemas.microsoft.com/office/drawing/2014/main" id="{F665DE5E-85C9-30F6-CD67-FFD83BAA13FF}"/>
                  </a:ext>
                </a:extLst>
              </p:cNvPr>
              <p:cNvGrpSpPr/>
              <p:nvPr/>
            </p:nvGrpSpPr>
            <p:grpSpPr>
              <a:xfrm>
                <a:off x="228600" y="228600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486" name="Group 4">
                  <a:extLst>
                    <a:ext uri="{FF2B5EF4-FFF2-40B4-BE49-F238E27FC236}">
                      <a16:creationId xmlns:a16="http://schemas.microsoft.com/office/drawing/2014/main" id="{372410DD-FE8B-B2BE-CB5F-ED5CA69149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529" name="Line 5">
                    <a:extLst>
                      <a:ext uri="{FF2B5EF4-FFF2-40B4-BE49-F238E27FC236}">
                        <a16:creationId xmlns:a16="http://schemas.microsoft.com/office/drawing/2014/main" id="{3D0D683C-092E-BC7B-2E67-D4A9120900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0" name="Line 6">
                    <a:extLst>
                      <a:ext uri="{FF2B5EF4-FFF2-40B4-BE49-F238E27FC236}">
                        <a16:creationId xmlns:a16="http://schemas.microsoft.com/office/drawing/2014/main" id="{8B4F93E9-90F6-4F91-B43A-F455A84F71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1" name="Line 7">
                    <a:extLst>
                      <a:ext uri="{FF2B5EF4-FFF2-40B4-BE49-F238E27FC236}">
                        <a16:creationId xmlns:a16="http://schemas.microsoft.com/office/drawing/2014/main" id="{52E35E5E-C050-8436-6FE1-B15CE5E824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2" name="Line 8">
                    <a:extLst>
                      <a:ext uri="{FF2B5EF4-FFF2-40B4-BE49-F238E27FC236}">
                        <a16:creationId xmlns:a16="http://schemas.microsoft.com/office/drawing/2014/main" id="{1B233C04-A83F-7C17-357B-480408AEBF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3" name="Line 9">
                    <a:extLst>
                      <a:ext uri="{FF2B5EF4-FFF2-40B4-BE49-F238E27FC236}">
                        <a16:creationId xmlns:a16="http://schemas.microsoft.com/office/drawing/2014/main" id="{CE15A4D5-8CA9-3CE1-BDAF-9A9CFDB8B4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4" name="Line 10">
                    <a:extLst>
                      <a:ext uri="{FF2B5EF4-FFF2-40B4-BE49-F238E27FC236}">
                        <a16:creationId xmlns:a16="http://schemas.microsoft.com/office/drawing/2014/main" id="{B96036AB-2A12-71D5-4A88-EF9558CDA5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5" name="Line 11">
                    <a:extLst>
                      <a:ext uri="{FF2B5EF4-FFF2-40B4-BE49-F238E27FC236}">
                        <a16:creationId xmlns:a16="http://schemas.microsoft.com/office/drawing/2014/main" id="{6F95826B-186A-97EA-0E42-ECB76291AD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6" name="Line 12">
                    <a:extLst>
                      <a:ext uri="{FF2B5EF4-FFF2-40B4-BE49-F238E27FC236}">
                        <a16:creationId xmlns:a16="http://schemas.microsoft.com/office/drawing/2014/main" id="{51F0DCAB-5A2A-5064-8837-882B756586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7" name="Line 13">
                    <a:extLst>
                      <a:ext uri="{FF2B5EF4-FFF2-40B4-BE49-F238E27FC236}">
                        <a16:creationId xmlns:a16="http://schemas.microsoft.com/office/drawing/2014/main" id="{0CF5D571-CB66-89D7-BBDB-2E69987D23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8" name="Line 14">
                    <a:extLst>
                      <a:ext uri="{FF2B5EF4-FFF2-40B4-BE49-F238E27FC236}">
                        <a16:creationId xmlns:a16="http://schemas.microsoft.com/office/drawing/2014/main" id="{E77761A5-2FBD-3602-E864-4287BFC217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39" name="Line 15">
                    <a:extLst>
                      <a:ext uri="{FF2B5EF4-FFF2-40B4-BE49-F238E27FC236}">
                        <a16:creationId xmlns:a16="http://schemas.microsoft.com/office/drawing/2014/main" id="{B32F91B7-BCEF-DA2B-23CB-B96238522C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40" name="Line 16">
                    <a:extLst>
                      <a:ext uri="{FF2B5EF4-FFF2-40B4-BE49-F238E27FC236}">
                        <a16:creationId xmlns:a16="http://schemas.microsoft.com/office/drawing/2014/main" id="{75E1DF02-2E3D-23DF-3EB5-F5774F702F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41" name="Line 17">
                    <a:extLst>
                      <a:ext uri="{FF2B5EF4-FFF2-40B4-BE49-F238E27FC236}">
                        <a16:creationId xmlns:a16="http://schemas.microsoft.com/office/drawing/2014/main" id="{17DE1B78-D695-DABD-8C6F-E62A059936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42" name="Line 18">
                    <a:extLst>
                      <a:ext uri="{FF2B5EF4-FFF2-40B4-BE49-F238E27FC236}">
                        <a16:creationId xmlns:a16="http://schemas.microsoft.com/office/drawing/2014/main" id="{E70FA17B-0C63-79A5-DED7-8ED89873AA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7" name="Oval 19">
                  <a:extLst>
                    <a:ext uri="{FF2B5EF4-FFF2-40B4-BE49-F238E27FC236}">
                      <a16:creationId xmlns:a16="http://schemas.microsoft.com/office/drawing/2014/main" id="{D75E79EC-AF40-9F1F-A8D9-6B34B7CB9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8" name="Oval 20">
                  <a:extLst>
                    <a:ext uri="{FF2B5EF4-FFF2-40B4-BE49-F238E27FC236}">
                      <a16:creationId xmlns:a16="http://schemas.microsoft.com/office/drawing/2014/main" id="{1527A338-FC82-589A-CDFF-E2EBF05835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9" name="Oval 21">
                  <a:extLst>
                    <a:ext uri="{FF2B5EF4-FFF2-40B4-BE49-F238E27FC236}">
                      <a16:creationId xmlns:a16="http://schemas.microsoft.com/office/drawing/2014/main" id="{DA681676-20A2-D879-0330-3A93631D5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0" name="Oval 22">
                  <a:extLst>
                    <a:ext uri="{FF2B5EF4-FFF2-40B4-BE49-F238E27FC236}">
                      <a16:creationId xmlns:a16="http://schemas.microsoft.com/office/drawing/2014/main" id="{DAA8A680-A5DB-05B2-A1AD-83CB058E66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" name="Oval 23">
                  <a:extLst>
                    <a:ext uri="{FF2B5EF4-FFF2-40B4-BE49-F238E27FC236}">
                      <a16:creationId xmlns:a16="http://schemas.microsoft.com/office/drawing/2014/main" id="{477DC5F1-8BE0-FE0C-5207-0B0EFF0FD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2" name="Oval 24">
                  <a:extLst>
                    <a:ext uri="{FF2B5EF4-FFF2-40B4-BE49-F238E27FC236}">
                      <a16:creationId xmlns:a16="http://schemas.microsoft.com/office/drawing/2014/main" id="{C3D7E468-32F6-0F95-3CFA-8E80B865AF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3" name="Oval 25">
                  <a:extLst>
                    <a:ext uri="{FF2B5EF4-FFF2-40B4-BE49-F238E27FC236}">
                      <a16:creationId xmlns:a16="http://schemas.microsoft.com/office/drawing/2014/main" id="{5CD2C63E-21FC-B4F2-10A9-67866C4B34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4" name="Oval 26">
                  <a:extLst>
                    <a:ext uri="{FF2B5EF4-FFF2-40B4-BE49-F238E27FC236}">
                      <a16:creationId xmlns:a16="http://schemas.microsoft.com/office/drawing/2014/main" id="{B3EB188F-9446-6078-EBAD-4E84078B4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5" name="Oval 27">
                  <a:extLst>
                    <a:ext uri="{FF2B5EF4-FFF2-40B4-BE49-F238E27FC236}">
                      <a16:creationId xmlns:a16="http://schemas.microsoft.com/office/drawing/2014/main" id="{9CB6449F-6A10-075B-5C6F-1ED5E79CDD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6" name="Oval 28">
                  <a:extLst>
                    <a:ext uri="{FF2B5EF4-FFF2-40B4-BE49-F238E27FC236}">
                      <a16:creationId xmlns:a16="http://schemas.microsoft.com/office/drawing/2014/main" id="{BD83A5DB-6075-1B8E-6A1D-29DCFD83B4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7" name="Oval 29">
                  <a:extLst>
                    <a:ext uri="{FF2B5EF4-FFF2-40B4-BE49-F238E27FC236}">
                      <a16:creationId xmlns:a16="http://schemas.microsoft.com/office/drawing/2014/main" id="{D06BADBC-86FB-137E-8C8D-2B27B400B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8" name="Oval 30">
                  <a:extLst>
                    <a:ext uri="{FF2B5EF4-FFF2-40B4-BE49-F238E27FC236}">
                      <a16:creationId xmlns:a16="http://schemas.microsoft.com/office/drawing/2014/main" id="{49A83A98-98CD-F713-6D87-AE11FD7E53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9" name="Oval 31">
                  <a:extLst>
                    <a:ext uri="{FF2B5EF4-FFF2-40B4-BE49-F238E27FC236}">
                      <a16:creationId xmlns:a16="http://schemas.microsoft.com/office/drawing/2014/main" id="{D5219B2C-EA54-16AA-CE7F-615CB9D3E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0" name="Oval 32">
                  <a:extLst>
                    <a:ext uri="{FF2B5EF4-FFF2-40B4-BE49-F238E27FC236}">
                      <a16:creationId xmlns:a16="http://schemas.microsoft.com/office/drawing/2014/main" id="{CB57775E-8A52-B265-4186-5831334DF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1" name="Oval 33">
                  <a:extLst>
                    <a:ext uri="{FF2B5EF4-FFF2-40B4-BE49-F238E27FC236}">
                      <a16:creationId xmlns:a16="http://schemas.microsoft.com/office/drawing/2014/main" id="{A13A90D8-048F-B7B1-45FF-3CC8FA2180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2" name="Oval 34">
                  <a:extLst>
                    <a:ext uri="{FF2B5EF4-FFF2-40B4-BE49-F238E27FC236}">
                      <a16:creationId xmlns:a16="http://schemas.microsoft.com/office/drawing/2014/main" id="{E8BC9AC2-8AC1-9475-B903-5535041B40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3" name="Oval 35">
                  <a:extLst>
                    <a:ext uri="{FF2B5EF4-FFF2-40B4-BE49-F238E27FC236}">
                      <a16:creationId xmlns:a16="http://schemas.microsoft.com/office/drawing/2014/main" id="{E8ECF28D-BCD8-64D4-7D03-8E1248603F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4" name="Oval 36">
                  <a:extLst>
                    <a:ext uri="{FF2B5EF4-FFF2-40B4-BE49-F238E27FC236}">
                      <a16:creationId xmlns:a16="http://schemas.microsoft.com/office/drawing/2014/main" id="{DF210C59-C409-BBCA-6EB6-90F068F69B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5" name="Oval 37">
                  <a:extLst>
                    <a:ext uri="{FF2B5EF4-FFF2-40B4-BE49-F238E27FC236}">
                      <a16:creationId xmlns:a16="http://schemas.microsoft.com/office/drawing/2014/main" id="{AEF090B1-E48C-2C23-E67E-923001759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6" name="Oval 38">
                  <a:extLst>
                    <a:ext uri="{FF2B5EF4-FFF2-40B4-BE49-F238E27FC236}">
                      <a16:creationId xmlns:a16="http://schemas.microsoft.com/office/drawing/2014/main" id="{CFB0D143-C3FF-F498-77DD-43BB7CDEE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7" name="Oval 39">
                  <a:extLst>
                    <a:ext uri="{FF2B5EF4-FFF2-40B4-BE49-F238E27FC236}">
                      <a16:creationId xmlns:a16="http://schemas.microsoft.com/office/drawing/2014/main" id="{61BB168E-8458-10EF-AFC0-7829F44EAD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8" name="Oval 40">
                  <a:extLst>
                    <a:ext uri="{FF2B5EF4-FFF2-40B4-BE49-F238E27FC236}">
                      <a16:creationId xmlns:a16="http://schemas.microsoft.com/office/drawing/2014/main" id="{FDC2DEA4-3189-5DC3-FE09-CB917B69E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9" name="Oval 41">
                  <a:extLst>
                    <a:ext uri="{FF2B5EF4-FFF2-40B4-BE49-F238E27FC236}">
                      <a16:creationId xmlns:a16="http://schemas.microsoft.com/office/drawing/2014/main" id="{904C6FF5-6EEB-00EE-F490-A2F5676D19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0" name="Oval 42">
                  <a:extLst>
                    <a:ext uri="{FF2B5EF4-FFF2-40B4-BE49-F238E27FC236}">
                      <a16:creationId xmlns:a16="http://schemas.microsoft.com/office/drawing/2014/main" id="{A78C465F-F314-E220-EDF9-64C57AEA4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1" name="Oval 43">
                  <a:extLst>
                    <a:ext uri="{FF2B5EF4-FFF2-40B4-BE49-F238E27FC236}">
                      <a16:creationId xmlns:a16="http://schemas.microsoft.com/office/drawing/2014/main" id="{6AF33F09-49A4-148F-937D-FEBDE2969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" name="Oval 44">
                  <a:extLst>
                    <a:ext uri="{FF2B5EF4-FFF2-40B4-BE49-F238E27FC236}">
                      <a16:creationId xmlns:a16="http://schemas.microsoft.com/office/drawing/2014/main" id="{6F772A29-E7EE-5703-37E1-9CB2FF76A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" name="Oval 45">
                  <a:extLst>
                    <a:ext uri="{FF2B5EF4-FFF2-40B4-BE49-F238E27FC236}">
                      <a16:creationId xmlns:a16="http://schemas.microsoft.com/office/drawing/2014/main" id="{6B2ABB85-A1A7-CFE6-C9EE-A75790A08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" name="Oval 46">
                  <a:extLst>
                    <a:ext uri="{FF2B5EF4-FFF2-40B4-BE49-F238E27FC236}">
                      <a16:creationId xmlns:a16="http://schemas.microsoft.com/office/drawing/2014/main" id="{59383181-21FE-FDF3-B930-445841616C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" name="Oval 47">
                  <a:extLst>
                    <a:ext uri="{FF2B5EF4-FFF2-40B4-BE49-F238E27FC236}">
                      <a16:creationId xmlns:a16="http://schemas.microsoft.com/office/drawing/2014/main" id="{9A66FC65-D13E-1D71-D8FD-E4E09A51A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" name="Oval 48">
                  <a:extLst>
                    <a:ext uri="{FF2B5EF4-FFF2-40B4-BE49-F238E27FC236}">
                      <a16:creationId xmlns:a16="http://schemas.microsoft.com/office/drawing/2014/main" id="{E0DD9CF1-FC1F-DDD4-273F-3377576F9B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" name="Oval 49">
                  <a:extLst>
                    <a:ext uri="{FF2B5EF4-FFF2-40B4-BE49-F238E27FC236}">
                      <a16:creationId xmlns:a16="http://schemas.microsoft.com/office/drawing/2014/main" id="{C6D28C49-881B-4369-66BB-DADE9865B8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" name="Oval 50">
                  <a:extLst>
                    <a:ext uri="{FF2B5EF4-FFF2-40B4-BE49-F238E27FC236}">
                      <a16:creationId xmlns:a16="http://schemas.microsoft.com/office/drawing/2014/main" id="{77FF4096-78ED-BAFE-929B-E9CAACAC69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9" name="Oval 51">
                  <a:extLst>
                    <a:ext uri="{FF2B5EF4-FFF2-40B4-BE49-F238E27FC236}">
                      <a16:creationId xmlns:a16="http://schemas.microsoft.com/office/drawing/2014/main" id="{1848E0BA-B3A6-19FC-A7B4-4CA9CED1A8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0" name="Oval 52">
                  <a:extLst>
                    <a:ext uri="{FF2B5EF4-FFF2-40B4-BE49-F238E27FC236}">
                      <a16:creationId xmlns:a16="http://schemas.microsoft.com/office/drawing/2014/main" id="{96ED0CB6-A0D2-C997-59F8-F143A1D9E1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1" name="Oval 53">
                  <a:extLst>
                    <a:ext uri="{FF2B5EF4-FFF2-40B4-BE49-F238E27FC236}">
                      <a16:creationId xmlns:a16="http://schemas.microsoft.com/office/drawing/2014/main" id="{810A8898-4D98-D9DA-EBB4-22011C93DD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" name="Oval 54">
                  <a:extLst>
                    <a:ext uri="{FF2B5EF4-FFF2-40B4-BE49-F238E27FC236}">
                      <a16:creationId xmlns:a16="http://schemas.microsoft.com/office/drawing/2014/main" id="{F45C6EB3-C066-06B9-923A-25AF95334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3" name="Oval 55">
                  <a:extLst>
                    <a:ext uri="{FF2B5EF4-FFF2-40B4-BE49-F238E27FC236}">
                      <a16:creationId xmlns:a16="http://schemas.microsoft.com/office/drawing/2014/main" id="{8109B9B1-B2B6-81D6-689B-FE7730B440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4" name="Oval 56">
                  <a:extLst>
                    <a:ext uri="{FF2B5EF4-FFF2-40B4-BE49-F238E27FC236}">
                      <a16:creationId xmlns:a16="http://schemas.microsoft.com/office/drawing/2014/main" id="{7264D019-8243-E5B9-A3A4-5C0B0C511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5" name="Oval 57">
                  <a:extLst>
                    <a:ext uri="{FF2B5EF4-FFF2-40B4-BE49-F238E27FC236}">
                      <a16:creationId xmlns:a16="http://schemas.microsoft.com/office/drawing/2014/main" id="{5F009C11-414A-1CCA-9F82-2FCE5ED74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6" name="Oval 58">
                  <a:extLst>
                    <a:ext uri="{FF2B5EF4-FFF2-40B4-BE49-F238E27FC236}">
                      <a16:creationId xmlns:a16="http://schemas.microsoft.com/office/drawing/2014/main" id="{582A7A26-357C-E381-36CF-2324009DC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7" name="Oval 59">
                  <a:extLst>
                    <a:ext uri="{FF2B5EF4-FFF2-40B4-BE49-F238E27FC236}">
                      <a16:creationId xmlns:a16="http://schemas.microsoft.com/office/drawing/2014/main" id="{420490E5-DA46-90A7-D85F-C990F98444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8" name="Oval 60">
                  <a:extLst>
                    <a:ext uri="{FF2B5EF4-FFF2-40B4-BE49-F238E27FC236}">
                      <a16:creationId xmlns:a16="http://schemas.microsoft.com/office/drawing/2014/main" id="{006377CB-1A79-25C6-FA8F-20DE57978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28" name="Group 427">
                <a:extLst>
                  <a:ext uri="{FF2B5EF4-FFF2-40B4-BE49-F238E27FC236}">
                    <a16:creationId xmlns:a16="http://schemas.microsoft.com/office/drawing/2014/main" id="{162E7B02-4E8E-83E4-C192-D8811AA8EFF4}"/>
                  </a:ext>
                </a:extLst>
              </p:cNvPr>
              <p:cNvGrpSpPr/>
              <p:nvPr/>
            </p:nvGrpSpPr>
            <p:grpSpPr>
              <a:xfrm>
                <a:off x="228599" y="2923224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429" name="Group 4">
                  <a:extLst>
                    <a:ext uri="{FF2B5EF4-FFF2-40B4-BE49-F238E27FC236}">
                      <a16:creationId xmlns:a16="http://schemas.microsoft.com/office/drawing/2014/main" id="{89FA758D-207B-CFB6-653E-E99B301AAC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472" name="Line 5">
                    <a:extLst>
                      <a:ext uri="{FF2B5EF4-FFF2-40B4-BE49-F238E27FC236}">
                        <a16:creationId xmlns:a16="http://schemas.microsoft.com/office/drawing/2014/main" id="{3E43ED0C-FB5F-96E3-7111-4A4587C1C0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3" name="Line 6">
                    <a:extLst>
                      <a:ext uri="{FF2B5EF4-FFF2-40B4-BE49-F238E27FC236}">
                        <a16:creationId xmlns:a16="http://schemas.microsoft.com/office/drawing/2014/main" id="{FB4D99D8-CE00-19F6-4C7D-01E8D2FF7B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4" name="Line 7">
                    <a:extLst>
                      <a:ext uri="{FF2B5EF4-FFF2-40B4-BE49-F238E27FC236}">
                        <a16:creationId xmlns:a16="http://schemas.microsoft.com/office/drawing/2014/main" id="{BE1A7809-FD14-CA92-272F-149FE4ABB9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5" name="Line 8">
                    <a:extLst>
                      <a:ext uri="{FF2B5EF4-FFF2-40B4-BE49-F238E27FC236}">
                        <a16:creationId xmlns:a16="http://schemas.microsoft.com/office/drawing/2014/main" id="{7D3C5D17-4405-42B1-46B4-0DA25F5836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6" name="Line 9">
                    <a:extLst>
                      <a:ext uri="{FF2B5EF4-FFF2-40B4-BE49-F238E27FC236}">
                        <a16:creationId xmlns:a16="http://schemas.microsoft.com/office/drawing/2014/main" id="{D71D1981-95E8-6164-8567-91460F7FF5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7" name="Line 10">
                    <a:extLst>
                      <a:ext uri="{FF2B5EF4-FFF2-40B4-BE49-F238E27FC236}">
                        <a16:creationId xmlns:a16="http://schemas.microsoft.com/office/drawing/2014/main" id="{53EC3C6C-0043-4574-AF99-3F064E0126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8" name="Line 11">
                    <a:extLst>
                      <a:ext uri="{FF2B5EF4-FFF2-40B4-BE49-F238E27FC236}">
                        <a16:creationId xmlns:a16="http://schemas.microsoft.com/office/drawing/2014/main" id="{8FFDFB3E-1D5D-46BD-45D5-9771EB9733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79" name="Line 12">
                    <a:extLst>
                      <a:ext uri="{FF2B5EF4-FFF2-40B4-BE49-F238E27FC236}">
                        <a16:creationId xmlns:a16="http://schemas.microsoft.com/office/drawing/2014/main" id="{4AB06CF2-FED9-6BD2-4D18-5DAB79C5E2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0" name="Line 13">
                    <a:extLst>
                      <a:ext uri="{FF2B5EF4-FFF2-40B4-BE49-F238E27FC236}">
                        <a16:creationId xmlns:a16="http://schemas.microsoft.com/office/drawing/2014/main" id="{6B1C7CC5-1CD1-BE4C-553D-508555FFC6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1" name="Line 14">
                    <a:extLst>
                      <a:ext uri="{FF2B5EF4-FFF2-40B4-BE49-F238E27FC236}">
                        <a16:creationId xmlns:a16="http://schemas.microsoft.com/office/drawing/2014/main" id="{8D2ACFE9-BDA7-C9FE-CD39-1398D8E62F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2" name="Line 15">
                    <a:extLst>
                      <a:ext uri="{FF2B5EF4-FFF2-40B4-BE49-F238E27FC236}">
                        <a16:creationId xmlns:a16="http://schemas.microsoft.com/office/drawing/2014/main" id="{B9C25C82-4074-EF5C-18F3-949A8BC6D5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3" name="Line 16">
                    <a:extLst>
                      <a:ext uri="{FF2B5EF4-FFF2-40B4-BE49-F238E27FC236}">
                        <a16:creationId xmlns:a16="http://schemas.microsoft.com/office/drawing/2014/main" id="{2D1C05A5-F2B5-11E0-5F59-31F9C8B3CA2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4" name="Line 17">
                    <a:extLst>
                      <a:ext uri="{FF2B5EF4-FFF2-40B4-BE49-F238E27FC236}">
                        <a16:creationId xmlns:a16="http://schemas.microsoft.com/office/drawing/2014/main" id="{FF37C979-28AC-CD6A-BC02-141F2A0B52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485" name="Line 18">
                    <a:extLst>
                      <a:ext uri="{FF2B5EF4-FFF2-40B4-BE49-F238E27FC236}">
                        <a16:creationId xmlns:a16="http://schemas.microsoft.com/office/drawing/2014/main" id="{23CEF013-3BC7-41D3-990C-D5604455AC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30" name="Oval 19">
                  <a:extLst>
                    <a:ext uri="{FF2B5EF4-FFF2-40B4-BE49-F238E27FC236}">
                      <a16:creationId xmlns:a16="http://schemas.microsoft.com/office/drawing/2014/main" id="{72E53E52-1A36-22A1-5119-87F099AE07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1" name="Oval 20">
                  <a:extLst>
                    <a:ext uri="{FF2B5EF4-FFF2-40B4-BE49-F238E27FC236}">
                      <a16:creationId xmlns:a16="http://schemas.microsoft.com/office/drawing/2014/main" id="{2F270D90-2464-7C14-5B94-DD07449D5A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2" name="Oval 21">
                  <a:extLst>
                    <a:ext uri="{FF2B5EF4-FFF2-40B4-BE49-F238E27FC236}">
                      <a16:creationId xmlns:a16="http://schemas.microsoft.com/office/drawing/2014/main" id="{39A18E2F-182E-B085-5BE6-48A675FEF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3" name="Oval 22">
                  <a:extLst>
                    <a:ext uri="{FF2B5EF4-FFF2-40B4-BE49-F238E27FC236}">
                      <a16:creationId xmlns:a16="http://schemas.microsoft.com/office/drawing/2014/main" id="{56F33367-318C-9CD2-0B2B-2524FB742B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4" name="Oval 23">
                  <a:extLst>
                    <a:ext uri="{FF2B5EF4-FFF2-40B4-BE49-F238E27FC236}">
                      <a16:creationId xmlns:a16="http://schemas.microsoft.com/office/drawing/2014/main" id="{7495F5EA-1D6D-2764-5416-7C221E990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5" name="Oval 24">
                  <a:extLst>
                    <a:ext uri="{FF2B5EF4-FFF2-40B4-BE49-F238E27FC236}">
                      <a16:creationId xmlns:a16="http://schemas.microsoft.com/office/drawing/2014/main" id="{B2B809E2-9613-B278-22C7-55D480D46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6" name="Oval 25">
                  <a:extLst>
                    <a:ext uri="{FF2B5EF4-FFF2-40B4-BE49-F238E27FC236}">
                      <a16:creationId xmlns:a16="http://schemas.microsoft.com/office/drawing/2014/main" id="{4442CBD7-6E37-288B-CDD5-C9B6724196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7" name="Oval 26">
                  <a:extLst>
                    <a:ext uri="{FF2B5EF4-FFF2-40B4-BE49-F238E27FC236}">
                      <a16:creationId xmlns:a16="http://schemas.microsoft.com/office/drawing/2014/main" id="{482F7CC4-C466-9A5C-534F-2D556A3EE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8" name="Oval 27">
                  <a:extLst>
                    <a:ext uri="{FF2B5EF4-FFF2-40B4-BE49-F238E27FC236}">
                      <a16:creationId xmlns:a16="http://schemas.microsoft.com/office/drawing/2014/main" id="{504847A0-F4E6-E613-286B-01E680934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9" name="Oval 28">
                  <a:extLst>
                    <a:ext uri="{FF2B5EF4-FFF2-40B4-BE49-F238E27FC236}">
                      <a16:creationId xmlns:a16="http://schemas.microsoft.com/office/drawing/2014/main" id="{3E9D9E99-ADDD-B4D4-6689-58661B23D0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0" name="Oval 29">
                  <a:extLst>
                    <a:ext uri="{FF2B5EF4-FFF2-40B4-BE49-F238E27FC236}">
                      <a16:creationId xmlns:a16="http://schemas.microsoft.com/office/drawing/2014/main" id="{2EC9B8F8-EEF3-8E7D-1B00-FB8F9430A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1" name="Oval 30">
                  <a:extLst>
                    <a:ext uri="{FF2B5EF4-FFF2-40B4-BE49-F238E27FC236}">
                      <a16:creationId xmlns:a16="http://schemas.microsoft.com/office/drawing/2014/main" id="{CC69C3AD-9E41-A6A8-9049-348C52EF22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2" name="Oval 31">
                  <a:extLst>
                    <a:ext uri="{FF2B5EF4-FFF2-40B4-BE49-F238E27FC236}">
                      <a16:creationId xmlns:a16="http://schemas.microsoft.com/office/drawing/2014/main" id="{208C41AF-C685-3103-D747-61B13895E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3" name="Oval 32">
                  <a:extLst>
                    <a:ext uri="{FF2B5EF4-FFF2-40B4-BE49-F238E27FC236}">
                      <a16:creationId xmlns:a16="http://schemas.microsoft.com/office/drawing/2014/main" id="{D4FB7984-E14B-7EE0-B4D9-4016FE7F7A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4" name="Oval 33">
                  <a:extLst>
                    <a:ext uri="{FF2B5EF4-FFF2-40B4-BE49-F238E27FC236}">
                      <a16:creationId xmlns:a16="http://schemas.microsoft.com/office/drawing/2014/main" id="{25A5359A-FC13-9261-DDCC-E3FDA5EB32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5" name="Oval 34">
                  <a:extLst>
                    <a:ext uri="{FF2B5EF4-FFF2-40B4-BE49-F238E27FC236}">
                      <a16:creationId xmlns:a16="http://schemas.microsoft.com/office/drawing/2014/main" id="{EBEE1A0B-27E6-8D70-8558-36B114F3ED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6" name="Oval 35">
                  <a:extLst>
                    <a:ext uri="{FF2B5EF4-FFF2-40B4-BE49-F238E27FC236}">
                      <a16:creationId xmlns:a16="http://schemas.microsoft.com/office/drawing/2014/main" id="{872DA71B-A510-ED4C-5BA3-692CFBEF5C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7" name="Oval 36">
                  <a:extLst>
                    <a:ext uri="{FF2B5EF4-FFF2-40B4-BE49-F238E27FC236}">
                      <a16:creationId xmlns:a16="http://schemas.microsoft.com/office/drawing/2014/main" id="{56017C7E-7804-9E5B-5125-83891A0B4E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8" name="Oval 37">
                  <a:extLst>
                    <a:ext uri="{FF2B5EF4-FFF2-40B4-BE49-F238E27FC236}">
                      <a16:creationId xmlns:a16="http://schemas.microsoft.com/office/drawing/2014/main" id="{19A1B1A0-962A-1B65-04BF-0FAABE9705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9" name="Oval 38">
                  <a:extLst>
                    <a:ext uri="{FF2B5EF4-FFF2-40B4-BE49-F238E27FC236}">
                      <a16:creationId xmlns:a16="http://schemas.microsoft.com/office/drawing/2014/main" id="{AE5EE726-FD0E-3B0C-E0DD-807878BAB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0" name="Oval 39">
                  <a:extLst>
                    <a:ext uri="{FF2B5EF4-FFF2-40B4-BE49-F238E27FC236}">
                      <a16:creationId xmlns:a16="http://schemas.microsoft.com/office/drawing/2014/main" id="{D1B10AB2-85E3-0BE8-B1BC-A217C2B49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1" name="Oval 40">
                  <a:extLst>
                    <a:ext uri="{FF2B5EF4-FFF2-40B4-BE49-F238E27FC236}">
                      <a16:creationId xmlns:a16="http://schemas.microsoft.com/office/drawing/2014/main" id="{E12A49E3-7035-E8BA-9D18-C666568C1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2" name="Oval 41">
                  <a:extLst>
                    <a:ext uri="{FF2B5EF4-FFF2-40B4-BE49-F238E27FC236}">
                      <a16:creationId xmlns:a16="http://schemas.microsoft.com/office/drawing/2014/main" id="{B1863137-4757-1F42-E79E-83D0409D4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3" name="Oval 42">
                  <a:extLst>
                    <a:ext uri="{FF2B5EF4-FFF2-40B4-BE49-F238E27FC236}">
                      <a16:creationId xmlns:a16="http://schemas.microsoft.com/office/drawing/2014/main" id="{40D27A65-F0AC-0B4E-CA7A-52B07703F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4" name="Oval 43">
                  <a:extLst>
                    <a:ext uri="{FF2B5EF4-FFF2-40B4-BE49-F238E27FC236}">
                      <a16:creationId xmlns:a16="http://schemas.microsoft.com/office/drawing/2014/main" id="{42BBB3B8-A805-95E8-F8A9-A4E03593B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5" name="Oval 44">
                  <a:extLst>
                    <a:ext uri="{FF2B5EF4-FFF2-40B4-BE49-F238E27FC236}">
                      <a16:creationId xmlns:a16="http://schemas.microsoft.com/office/drawing/2014/main" id="{A29AC0FB-0F79-E7AF-E7EF-173ACC00CF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6" name="Oval 45">
                  <a:extLst>
                    <a:ext uri="{FF2B5EF4-FFF2-40B4-BE49-F238E27FC236}">
                      <a16:creationId xmlns:a16="http://schemas.microsoft.com/office/drawing/2014/main" id="{31CDCDEC-324B-42E5-00F5-6C76880782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7" name="Oval 46">
                  <a:extLst>
                    <a:ext uri="{FF2B5EF4-FFF2-40B4-BE49-F238E27FC236}">
                      <a16:creationId xmlns:a16="http://schemas.microsoft.com/office/drawing/2014/main" id="{C3F7B603-2FDF-9B03-6B98-381D11B913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8" name="Oval 47">
                  <a:extLst>
                    <a:ext uri="{FF2B5EF4-FFF2-40B4-BE49-F238E27FC236}">
                      <a16:creationId xmlns:a16="http://schemas.microsoft.com/office/drawing/2014/main" id="{EA4977AC-671D-9EFC-F222-24B1F20CB8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9" name="Oval 48">
                  <a:extLst>
                    <a:ext uri="{FF2B5EF4-FFF2-40B4-BE49-F238E27FC236}">
                      <a16:creationId xmlns:a16="http://schemas.microsoft.com/office/drawing/2014/main" id="{23742A8F-7768-8D9D-AE83-09FB2B317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0" name="Oval 49">
                  <a:extLst>
                    <a:ext uri="{FF2B5EF4-FFF2-40B4-BE49-F238E27FC236}">
                      <a16:creationId xmlns:a16="http://schemas.microsoft.com/office/drawing/2014/main" id="{0DABFFCE-49E0-BD44-7D9B-53852AF14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1" name="Oval 50">
                  <a:extLst>
                    <a:ext uri="{FF2B5EF4-FFF2-40B4-BE49-F238E27FC236}">
                      <a16:creationId xmlns:a16="http://schemas.microsoft.com/office/drawing/2014/main" id="{30F8E540-79AC-5A35-165B-424F46D1C1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2" name="Oval 51">
                  <a:extLst>
                    <a:ext uri="{FF2B5EF4-FFF2-40B4-BE49-F238E27FC236}">
                      <a16:creationId xmlns:a16="http://schemas.microsoft.com/office/drawing/2014/main" id="{0BC7E012-9CE1-0A26-BC34-03D019FE78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3" name="Oval 52">
                  <a:extLst>
                    <a:ext uri="{FF2B5EF4-FFF2-40B4-BE49-F238E27FC236}">
                      <a16:creationId xmlns:a16="http://schemas.microsoft.com/office/drawing/2014/main" id="{4C187CAE-0F16-CA4C-442A-657388750C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4" name="Oval 53">
                  <a:extLst>
                    <a:ext uri="{FF2B5EF4-FFF2-40B4-BE49-F238E27FC236}">
                      <a16:creationId xmlns:a16="http://schemas.microsoft.com/office/drawing/2014/main" id="{D5F276E4-408B-6A9E-4AD7-8E83E16B37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5" name="Oval 54">
                  <a:extLst>
                    <a:ext uri="{FF2B5EF4-FFF2-40B4-BE49-F238E27FC236}">
                      <a16:creationId xmlns:a16="http://schemas.microsoft.com/office/drawing/2014/main" id="{30F2D677-A989-3B33-62E1-1AE7C7FFC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6" name="Oval 55">
                  <a:extLst>
                    <a:ext uri="{FF2B5EF4-FFF2-40B4-BE49-F238E27FC236}">
                      <a16:creationId xmlns:a16="http://schemas.microsoft.com/office/drawing/2014/main" id="{E4EFA28F-2E81-831A-1E8F-788C12A67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7" name="Oval 56">
                  <a:extLst>
                    <a:ext uri="{FF2B5EF4-FFF2-40B4-BE49-F238E27FC236}">
                      <a16:creationId xmlns:a16="http://schemas.microsoft.com/office/drawing/2014/main" id="{0C98B200-C390-BC0A-A1F1-3BE5E5033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8" name="Oval 57">
                  <a:extLst>
                    <a:ext uri="{FF2B5EF4-FFF2-40B4-BE49-F238E27FC236}">
                      <a16:creationId xmlns:a16="http://schemas.microsoft.com/office/drawing/2014/main" id="{8512EB84-E5B0-8116-71FA-F60C89CADD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9" name="Oval 58">
                  <a:extLst>
                    <a:ext uri="{FF2B5EF4-FFF2-40B4-BE49-F238E27FC236}">
                      <a16:creationId xmlns:a16="http://schemas.microsoft.com/office/drawing/2014/main" id="{2D3E6CCB-636B-E4A6-11BF-2AB20E0B7D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0" name="Oval 59">
                  <a:extLst>
                    <a:ext uri="{FF2B5EF4-FFF2-40B4-BE49-F238E27FC236}">
                      <a16:creationId xmlns:a16="http://schemas.microsoft.com/office/drawing/2014/main" id="{2C5D83C4-1D19-495C-81C8-3A96D6532E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1" name="Oval 60">
                  <a:extLst>
                    <a:ext uri="{FF2B5EF4-FFF2-40B4-BE49-F238E27FC236}">
                      <a16:creationId xmlns:a16="http://schemas.microsoft.com/office/drawing/2014/main" id="{34C882E5-4AB3-867F-6464-93377B10ED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AFAAE6F5-74EE-E95E-BC3C-F4D2250E331F}"/>
                </a:ext>
              </a:extLst>
            </p:cNvPr>
            <p:cNvGrpSpPr/>
            <p:nvPr/>
          </p:nvGrpSpPr>
          <p:grpSpPr>
            <a:xfrm>
              <a:off x="7640634" y="229750"/>
              <a:ext cx="4267200" cy="6288724"/>
              <a:chOff x="228599" y="228600"/>
              <a:chExt cx="4267200" cy="6288724"/>
            </a:xfrm>
            <a:grpFill/>
          </p:grpSpPr>
          <p:grpSp>
            <p:nvGrpSpPr>
              <p:cNvPr id="544" name="Group 543">
                <a:extLst>
                  <a:ext uri="{FF2B5EF4-FFF2-40B4-BE49-F238E27FC236}">
                    <a16:creationId xmlns:a16="http://schemas.microsoft.com/office/drawing/2014/main" id="{2B730130-DDCB-9FE3-881B-B9F9BC1BDB25}"/>
                  </a:ext>
                </a:extLst>
              </p:cNvPr>
              <p:cNvGrpSpPr/>
              <p:nvPr/>
            </p:nvGrpSpPr>
            <p:grpSpPr>
              <a:xfrm>
                <a:off x="228600" y="228600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603" name="Group 4">
                  <a:extLst>
                    <a:ext uri="{FF2B5EF4-FFF2-40B4-BE49-F238E27FC236}">
                      <a16:creationId xmlns:a16="http://schemas.microsoft.com/office/drawing/2014/main" id="{253645A4-E322-6474-A10E-017CA41C16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646" name="Line 5">
                    <a:extLst>
                      <a:ext uri="{FF2B5EF4-FFF2-40B4-BE49-F238E27FC236}">
                        <a16:creationId xmlns:a16="http://schemas.microsoft.com/office/drawing/2014/main" id="{10D7AB3F-CD55-0101-FE49-4F91130841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47" name="Line 6">
                    <a:extLst>
                      <a:ext uri="{FF2B5EF4-FFF2-40B4-BE49-F238E27FC236}">
                        <a16:creationId xmlns:a16="http://schemas.microsoft.com/office/drawing/2014/main" id="{A2D0E2B2-4784-03C6-0647-3AC8842621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48" name="Line 7">
                    <a:extLst>
                      <a:ext uri="{FF2B5EF4-FFF2-40B4-BE49-F238E27FC236}">
                        <a16:creationId xmlns:a16="http://schemas.microsoft.com/office/drawing/2014/main" id="{C846F407-095C-8E60-3A72-AD49847CFA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49" name="Line 8">
                    <a:extLst>
                      <a:ext uri="{FF2B5EF4-FFF2-40B4-BE49-F238E27FC236}">
                        <a16:creationId xmlns:a16="http://schemas.microsoft.com/office/drawing/2014/main" id="{4FB162B9-BFEE-34C6-2135-609621034C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0" name="Line 9">
                    <a:extLst>
                      <a:ext uri="{FF2B5EF4-FFF2-40B4-BE49-F238E27FC236}">
                        <a16:creationId xmlns:a16="http://schemas.microsoft.com/office/drawing/2014/main" id="{A2C19793-ECB7-BB92-8641-5CA6F4657F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1" name="Line 10">
                    <a:extLst>
                      <a:ext uri="{FF2B5EF4-FFF2-40B4-BE49-F238E27FC236}">
                        <a16:creationId xmlns:a16="http://schemas.microsoft.com/office/drawing/2014/main" id="{D41F2E25-3BAB-C977-2C3E-D3B065BA92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2" name="Line 11">
                    <a:extLst>
                      <a:ext uri="{FF2B5EF4-FFF2-40B4-BE49-F238E27FC236}">
                        <a16:creationId xmlns:a16="http://schemas.microsoft.com/office/drawing/2014/main" id="{D905234D-1EC5-425F-0796-6B82EBC31B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3" name="Line 12">
                    <a:extLst>
                      <a:ext uri="{FF2B5EF4-FFF2-40B4-BE49-F238E27FC236}">
                        <a16:creationId xmlns:a16="http://schemas.microsoft.com/office/drawing/2014/main" id="{31F65CD6-5D89-8A55-D86C-F294073110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4" name="Line 13">
                    <a:extLst>
                      <a:ext uri="{FF2B5EF4-FFF2-40B4-BE49-F238E27FC236}">
                        <a16:creationId xmlns:a16="http://schemas.microsoft.com/office/drawing/2014/main" id="{49F4A68F-7441-D811-886E-AE4444A10B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5" name="Line 14">
                    <a:extLst>
                      <a:ext uri="{FF2B5EF4-FFF2-40B4-BE49-F238E27FC236}">
                        <a16:creationId xmlns:a16="http://schemas.microsoft.com/office/drawing/2014/main" id="{9218BACB-3738-50B3-9CB3-82D4831083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6" name="Line 15">
                    <a:extLst>
                      <a:ext uri="{FF2B5EF4-FFF2-40B4-BE49-F238E27FC236}">
                        <a16:creationId xmlns:a16="http://schemas.microsoft.com/office/drawing/2014/main" id="{FD700312-BBE7-BB14-6DA3-5F3A26AE0F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7" name="Line 16">
                    <a:extLst>
                      <a:ext uri="{FF2B5EF4-FFF2-40B4-BE49-F238E27FC236}">
                        <a16:creationId xmlns:a16="http://schemas.microsoft.com/office/drawing/2014/main" id="{6D3DD707-227E-2907-4434-CD34589964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8" name="Line 17">
                    <a:extLst>
                      <a:ext uri="{FF2B5EF4-FFF2-40B4-BE49-F238E27FC236}">
                        <a16:creationId xmlns:a16="http://schemas.microsoft.com/office/drawing/2014/main" id="{72723D42-2D88-9E45-796F-26B67D3E86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59" name="Line 18">
                    <a:extLst>
                      <a:ext uri="{FF2B5EF4-FFF2-40B4-BE49-F238E27FC236}">
                        <a16:creationId xmlns:a16="http://schemas.microsoft.com/office/drawing/2014/main" id="{B141AEAF-FBDB-FC8C-450B-D3BD08E995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04" name="Oval 19">
                  <a:extLst>
                    <a:ext uri="{FF2B5EF4-FFF2-40B4-BE49-F238E27FC236}">
                      <a16:creationId xmlns:a16="http://schemas.microsoft.com/office/drawing/2014/main" id="{1901BAAB-461C-DC34-A939-23F0701E6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5" name="Oval 20">
                  <a:extLst>
                    <a:ext uri="{FF2B5EF4-FFF2-40B4-BE49-F238E27FC236}">
                      <a16:creationId xmlns:a16="http://schemas.microsoft.com/office/drawing/2014/main" id="{121D2979-3A17-B343-3541-7E7A8AD95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6" name="Oval 21">
                  <a:extLst>
                    <a:ext uri="{FF2B5EF4-FFF2-40B4-BE49-F238E27FC236}">
                      <a16:creationId xmlns:a16="http://schemas.microsoft.com/office/drawing/2014/main" id="{CFBA38D9-DE1C-6B74-462A-F59DBC451D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7" name="Oval 22">
                  <a:extLst>
                    <a:ext uri="{FF2B5EF4-FFF2-40B4-BE49-F238E27FC236}">
                      <a16:creationId xmlns:a16="http://schemas.microsoft.com/office/drawing/2014/main" id="{B10CA521-614C-D374-45B6-85A9DB76C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8" name="Oval 23">
                  <a:extLst>
                    <a:ext uri="{FF2B5EF4-FFF2-40B4-BE49-F238E27FC236}">
                      <a16:creationId xmlns:a16="http://schemas.microsoft.com/office/drawing/2014/main" id="{8B8ACF1E-48FA-5539-E98A-539EBFED80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9" name="Oval 24">
                  <a:extLst>
                    <a:ext uri="{FF2B5EF4-FFF2-40B4-BE49-F238E27FC236}">
                      <a16:creationId xmlns:a16="http://schemas.microsoft.com/office/drawing/2014/main" id="{3E9AD4F7-FDA2-0A44-B7AC-26EE3012A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0" name="Oval 25">
                  <a:extLst>
                    <a:ext uri="{FF2B5EF4-FFF2-40B4-BE49-F238E27FC236}">
                      <a16:creationId xmlns:a16="http://schemas.microsoft.com/office/drawing/2014/main" id="{E7551052-5C83-CF4C-9D03-85B24BB604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1" name="Oval 26">
                  <a:extLst>
                    <a:ext uri="{FF2B5EF4-FFF2-40B4-BE49-F238E27FC236}">
                      <a16:creationId xmlns:a16="http://schemas.microsoft.com/office/drawing/2014/main" id="{B6B043F6-B318-9488-AECB-2014CE153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2" name="Oval 27">
                  <a:extLst>
                    <a:ext uri="{FF2B5EF4-FFF2-40B4-BE49-F238E27FC236}">
                      <a16:creationId xmlns:a16="http://schemas.microsoft.com/office/drawing/2014/main" id="{E631A8B3-7AA6-1135-E133-78C575C9F9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3" name="Oval 28">
                  <a:extLst>
                    <a:ext uri="{FF2B5EF4-FFF2-40B4-BE49-F238E27FC236}">
                      <a16:creationId xmlns:a16="http://schemas.microsoft.com/office/drawing/2014/main" id="{A80D1175-AB55-A85D-00BA-56D25B6DB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" name="Oval 29">
                  <a:extLst>
                    <a:ext uri="{FF2B5EF4-FFF2-40B4-BE49-F238E27FC236}">
                      <a16:creationId xmlns:a16="http://schemas.microsoft.com/office/drawing/2014/main" id="{364469A9-920F-4AD8-6EE2-17951E7001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" name="Oval 30">
                  <a:extLst>
                    <a:ext uri="{FF2B5EF4-FFF2-40B4-BE49-F238E27FC236}">
                      <a16:creationId xmlns:a16="http://schemas.microsoft.com/office/drawing/2014/main" id="{CEF56176-BEC9-0FD6-1850-409A3506D0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6" name="Oval 31">
                  <a:extLst>
                    <a:ext uri="{FF2B5EF4-FFF2-40B4-BE49-F238E27FC236}">
                      <a16:creationId xmlns:a16="http://schemas.microsoft.com/office/drawing/2014/main" id="{9CD79902-AD49-5E4B-7C17-1BBC14783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7" name="Oval 32">
                  <a:extLst>
                    <a:ext uri="{FF2B5EF4-FFF2-40B4-BE49-F238E27FC236}">
                      <a16:creationId xmlns:a16="http://schemas.microsoft.com/office/drawing/2014/main" id="{F0754979-15B1-A9AD-88A5-9DEFB5F4B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8" name="Oval 33">
                  <a:extLst>
                    <a:ext uri="{FF2B5EF4-FFF2-40B4-BE49-F238E27FC236}">
                      <a16:creationId xmlns:a16="http://schemas.microsoft.com/office/drawing/2014/main" id="{B994E974-7738-A96F-E17C-EB9263DB27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9" name="Oval 34">
                  <a:extLst>
                    <a:ext uri="{FF2B5EF4-FFF2-40B4-BE49-F238E27FC236}">
                      <a16:creationId xmlns:a16="http://schemas.microsoft.com/office/drawing/2014/main" id="{2D8AA721-372F-88B6-0455-1BA1108BE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0" name="Oval 35">
                  <a:extLst>
                    <a:ext uri="{FF2B5EF4-FFF2-40B4-BE49-F238E27FC236}">
                      <a16:creationId xmlns:a16="http://schemas.microsoft.com/office/drawing/2014/main" id="{18346C44-02A3-39DB-140C-03B3A2DED6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1" name="Oval 36">
                  <a:extLst>
                    <a:ext uri="{FF2B5EF4-FFF2-40B4-BE49-F238E27FC236}">
                      <a16:creationId xmlns:a16="http://schemas.microsoft.com/office/drawing/2014/main" id="{7EEE90FE-CD40-1BF5-C76A-2681BA444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2" name="Oval 37">
                  <a:extLst>
                    <a:ext uri="{FF2B5EF4-FFF2-40B4-BE49-F238E27FC236}">
                      <a16:creationId xmlns:a16="http://schemas.microsoft.com/office/drawing/2014/main" id="{EC6E626E-E1EE-4DF9-AF43-973395363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3" name="Oval 38">
                  <a:extLst>
                    <a:ext uri="{FF2B5EF4-FFF2-40B4-BE49-F238E27FC236}">
                      <a16:creationId xmlns:a16="http://schemas.microsoft.com/office/drawing/2014/main" id="{A22DB814-9D14-D6CB-10AA-B9100482AE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" name="Oval 39">
                  <a:extLst>
                    <a:ext uri="{FF2B5EF4-FFF2-40B4-BE49-F238E27FC236}">
                      <a16:creationId xmlns:a16="http://schemas.microsoft.com/office/drawing/2014/main" id="{9A1AD6BE-EF0B-1F66-6FAB-D7FBC8E184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" name="Oval 40">
                  <a:extLst>
                    <a:ext uri="{FF2B5EF4-FFF2-40B4-BE49-F238E27FC236}">
                      <a16:creationId xmlns:a16="http://schemas.microsoft.com/office/drawing/2014/main" id="{F4C10C02-83B7-3646-35BD-4547A92FFC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6" name="Oval 41">
                  <a:extLst>
                    <a:ext uri="{FF2B5EF4-FFF2-40B4-BE49-F238E27FC236}">
                      <a16:creationId xmlns:a16="http://schemas.microsoft.com/office/drawing/2014/main" id="{E8578A9F-6BBF-60DB-CA36-A527DAC0C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7" name="Oval 42">
                  <a:extLst>
                    <a:ext uri="{FF2B5EF4-FFF2-40B4-BE49-F238E27FC236}">
                      <a16:creationId xmlns:a16="http://schemas.microsoft.com/office/drawing/2014/main" id="{D764E065-7C8A-FF43-74D5-C7C2A150DB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8" name="Oval 43">
                  <a:extLst>
                    <a:ext uri="{FF2B5EF4-FFF2-40B4-BE49-F238E27FC236}">
                      <a16:creationId xmlns:a16="http://schemas.microsoft.com/office/drawing/2014/main" id="{51B9B8FC-3AE3-8A2A-3989-2D79DAC12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9" name="Oval 44">
                  <a:extLst>
                    <a:ext uri="{FF2B5EF4-FFF2-40B4-BE49-F238E27FC236}">
                      <a16:creationId xmlns:a16="http://schemas.microsoft.com/office/drawing/2014/main" id="{21EEDB95-4D6A-3170-8D9E-BA91659529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0" name="Oval 45">
                  <a:extLst>
                    <a:ext uri="{FF2B5EF4-FFF2-40B4-BE49-F238E27FC236}">
                      <a16:creationId xmlns:a16="http://schemas.microsoft.com/office/drawing/2014/main" id="{45C6DAC1-CB94-01C0-F54F-A879894990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1" name="Oval 46">
                  <a:extLst>
                    <a:ext uri="{FF2B5EF4-FFF2-40B4-BE49-F238E27FC236}">
                      <a16:creationId xmlns:a16="http://schemas.microsoft.com/office/drawing/2014/main" id="{456800EE-42E8-120F-CD88-4CA1D40DF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2" name="Oval 47">
                  <a:extLst>
                    <a:ext uri="{FF2B5EF4-FFF2-40B4-BE49-F238E27FC236}">
                      <a16:creationId xmlns:a16="http://schemas.microsoft.com/office/drawing/2014/main" id="{8FF22F92-2E89-BCDA-31C0-195F87E67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3" name="Oval 48">
                  <a:extLst>
                    <a:ext uri="{FF2B5EF4-FFF2-40B4-BE49-F238E27FC236}">
                      <a16:creationId xmlns:a16="http://schemas.microsoft.com/office/drawing/2014/main" id="{B656709A-58D1-7C83-005A-2313DA666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4" name="Oval 49">
                  <a:extLst>
                    <a:ext uri="{FF2B5EF4-FFF2-40B4-BE49-F238E27FC236}">
                      <a16:creationId xmlns:a16="http://schemas.microsoft.com/office/drawing/2014/main" id="{DB48B673-33AB-764F-3BF4-231BB0EB9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5" name="Oval 50">
                  <a:extLst>
                    <a:ext uri="{FF2B5EF4-FFF2-40B4-BE49-F238E27FC236}">
                      <a16:creationId xmlns:a16="http://schemas.microsoft.com/office/drawing/2014/main" id="{EC0598F9-1E45-6A74-FE75-5E6809A52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6" name="Oval 51">
                  <a:extLst>
                    <a:ext uri="{FF2B5EF4-FFF2-40B4-BE49-F238E27FC236}">
                      <a16:creationId xmlns:a16="http://schemas.microsoft.com/office/drawing/2014/main" id="{75BDEAB8-C19E-5E97-E28D-2C8982E54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7" name="Oval 52">
                  <a:extLst>
                    <a:ext uri="{FF2B5EF4-FFF2-40B4-BE49-F238E27FC236}">
                      <a16:creationId xmlns:a16="http://schemas.microsoft.com/office/drawing/2014/main" id="{8FC62548-BE53-1795-3A37-6344B011B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8" name="Oval 53">
                  <a:extLst>
                    <a:ext uri="{FF2B5EF4-FFF2-40B4-BE49-F238E27FC236}">
                      <a16:creationId xmlns:a16="http://schemas.microsoft.com/office/drawing/2014/main" id="{DF27C34B-7816-3E8F-D2D9-B22DDC2DD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9" name="Oval 54">
                  <a:extLst>
                    <a:ext uri="{FF2B5EF4-FFF2-40B4-BE49-F238E27FC236}">
                      <a16:creationId xmlns:a16="http://schemas.microsoft.com/office/drawing/2014/main" id="{D764C949-C8D0-C04E-8E0F-57CE698327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0" name="Oval 55">
                  <a:extLst>
                    <a:ext uri="{FF2B5EF4-FFF2-40B4-BE49-F238E27FC236}">
                      <a16:creationId xmlns:a16="http://schemas.microsoft.com/office/drawing/2014/main" id="{8FC97A55-A64C-B765-157E-4FF76C95CE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1" name="Oval 56">
                  <a:extLst>
                    <a:ext uri="{FF2B5EF4-FFF2-40B4-BE49-F238E27FC236}">
                      <a16:creationId xmlns:a16="http://schemas.microsoft.com/office/drawing/2014/main" id="{D2611A60-AE04-2267-F092-E2DA428B4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2" name="Oval 57">
                  <a:extLst>
                    <a:ext uri="{FF2B5EF4-FFF2-40B4-BE49-F238E27FC236}">
                      <a16:creationId xmlns:a16="http://schemas.microsoft.com/office/drawing/2014/main" id="{44F684E7-AA38-795B-6BFB-14A1648C65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3" name="Oval 58">
                  <a:extLst>
                    <a:ext uri="{FF2B5EF4-FFF2-40B4-BE49-F238E27FC236}">
                      <a16:creationId xmlns:a16="http://schemas.microsoft.com/office/drawing/2014/main" id="{66519C69-0171-A121-DDCB-585B4E470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4" name="Oval 59">
                  <a:extLst>
                    <a:ext uri="{FF2B5EF4-FFF2-40B4-BE49-F238E27FC236}">
                      <a16:creationId xmlns:a16="http://schemas.microsoft.com/office/drawing/2014/main" id="{13AA922E-788D-80BB-60BA-5BE3D8DCC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5" name="Oval 60">
                  <a:extLst>
                    <a:ext uri="{FF2B5EF4-FFF2-40B4-BE49-F238E27FC236}">
                      <a16:creationId xmlns:a16="http://schemas.microsoft.com/office/drawing/2014/main" id="{0E69829D-C032-B2A9-BECD-DF2338895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45" name="Group 544">
                <a:extLst>
                  <a:ext uri="{FF2B5EF4-FFF2-40B4-BE49-F238E27FC236}">
                    <a16:creationId xmlns:a16="http://schemas.microsoft.com/office/drawing/2014/main" id="{41FF9ACF-5863-34B5-4157-BCC7AF3ABCCB}"/>
                  </a:ext>
                </a:extLst>
              </p:cNvPr>
              <p:cNvGrpSpPr/>
              <p:nvPr/>
            </p:nvGrpSpPr>
            <p:grpSpPr>
              <a:xfrm>
                <a:off x="228599" y="2923224"/>
                <a:ext cx="4267199" cy="3594100"/>
                <a:chOff x="5532439" y="2133601"/>
                <a:chExt cx="4267199" cy="3594100"/>
              </a:xfrm>
              <a:grpFill/>
            </p:grpSpPr>
            <p:grpSp>
              <p:nvGrpSpPr>
                <p:cNvPr id="546" name="Group 4">
                  <a:extLst>
                    <a:ext uri="{FF2B5EF4-FFF2-40B4-BE49-F238E27FC236}">
                      <a16:creationId xmlns:a16="http://schemas.microsoft.com/office/drawing/2014/main" id="{69B21565-4A48-959D-84FF-ADBABDF70B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151" y="2246314"/>
                  <a:ext cx="4041775" cy="3368675"/>
                  <a:chOff x="1296" y="816"/>
                  <a:chExt cx="3456" cy="2880"/>
                </a:xfrm>
                <a:grpFill/>
              </p:grpSpPr>
              <p:sp>
                <p:nvSpPr>
                  <p:cNvPr id="589" name="Line 5">
                    <a:extLst>
                      <a:ext uri="{FF2B5EF4-FFF2-40B4-BE49-F238E27FC236}">
                        <a16:creationId xmlns:a16="http://schemas.microsoft.com/office/drawing/2014/main" id="{6785893D-DCC6-7E71-9115-7599881B4D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0" name="Line 6">
                    <a:extLst>
                      <a:ext uri="{FF2B5EF4-FFF2-40B4-BE49-F238E27FC236}">
                        <a16:creationId xmlns:a16="http://schemas.microsoft.com/office/drawing/2014/main" id="{01B53AB3-7542-88EC-2064-B4CF498CDE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69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1" name="Line 7">
                    <a:extLst>
                      <a:ext uri="{FF2B5EF4-FFF2-40B4-BE49-F238E27FC236}">
                        <a16:creationId xmlns:a16="http://schemas.microsoft.com/office/drawing/2014/main" id="{79AF82D1-C1E0-79CB-5A9F-36BD37D391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2" name="Line 8">
                    <a:extLst>
                      <a:ext uri="{FF2B5EF4-FFF2-40B4-BE49-F238E27FC236}">
                        <a16:creationId xmlns:a16="http://schemas.microsoft.com/office/drawing/2014/main" id="{BF5698B7-26BB-7A3F-0C72-284797589F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296" y="816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3" name="Line 9">
                    <a:extLst>
                      <a:ext uri="{FF2B5EF4-FFF2-40B4-BE49-F238E27FC236}">
                        <a16:creationId xmlns:a16="http://schemas.microsoft.com/office/drawing/2014/main" id="{05F5EF50-3C45-0D24-7D73-026F510924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72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4" name="Line 10">
                    <a:extLst>
                      <a:ext uri="{FF2B5EF4-FFF2-40B4-BE49-F238E27FC236}">
                        <a16:creationId xmlns:a16="http://schemas.microsoft.com/office/drawing/2014/main" id="{8831CBF0-28C5-7D8F-C35C-44EC6D05E5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448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5" name="Line 11">
                    <a:extLst>
                      <a:ext uri="{FF2B5EF4-FFF2-40B4-BE49-F238E27FC236}">
                        <a16:creationId xmlns:a16="http://schemas.microsoft.com/office/drawing/2014/main" id="{F9512F60-9F33-C1F4-A126-6714C67C59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24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6" name="Line 12">
                    <a:extLst>
                      <a:ext uri="{FF2B5EF4-FFF2-40B4-BE49-F238E27FC236}">
                        <a16:creationId xmlns:a16="http://schemas.microsoft.com/office/drawing/2014/main" id="{4047BB00-69CD-64D2-39D3-890D29A24A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7" name="Line 13">
                    <a:extLst>
                      <a:ext uri="{FF2B5EF4-FFF2-40B4-BE49-F238E27FC236}">
                        <a16:creationId xmlns:a16="http://schemas.microsoft.com/office/drawing/2014/main" id="{F2AEB88D-0B16-6D44-2673-2FB81715A1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816"/>
                    <a:ext cx="0" cy="28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8" name="Line 14">
                    <a:extLst>
                      <a:ext uri="{FF2B5EF4-FFF2-40B4-BE49-F238E27FC236}">
                        <a16:creationId xmlns:a16="http://schemas.microsoft.com/office/drawing/2014/main" id="{191800F9-31AE-659B-85E3-5A5AF7F720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392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599" name="Line 15">
                    <a:extLst>
                      <a:ext uri="{FF2B5EF4-FFF2-40B4-BE49-F238E27FC236}">
                        <a16:creationId xmlns:a16="http://schemas.microsoft.com/office/drawing/2014/main" id="{3EAE6CD9-BDB9-1398-BD5A-4A0466BFF6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1968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00" name="Line 16">
                    <a:extLst>
                      <a:ext uri="{FF2B5EF4-FFF2-40B4-BE49-F238E27FC236}">
                        <a16:creationId xmlns:a16="http://schemas.microsoft.com/office/drawing/2014/main" id="{5A5D0A1C-3FB2-D10B-FDC4-C18E6DF624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2544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01" name="Line 17">
                    <a:extLst>
                      <a:ext uri="{FF2B5EF4-FFF2-40B4-BE49-F238E27FC236}">
                        <a16:creationId xmlns:a16="http://schemas.microsoft.com/office/drawing/2014/main" id="{6B5E0ED9-C2C4-D80A-1867-5759AF423C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456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602" name="Line 18">
                    <a:extLst>
                      <a:ext uri="{FF2B5EF4-FFF2-40B4-BE49-F238E27FC236}">
                        <a16:creationId xmlns:a16="http://schemas.microsoft.com/office/drawing/2014/main" id="{52C2DFF8-4C66-56B1-0C5F-FAA9733E04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6" y="3120"/>
                    <a:ext cx="3168" cy="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47" name="Oval 19">
                  <a:extLst>
                    <a:ext uri="{FF2B5EF4-FFF2-40B4-BE49-F238E27FC236}">
                      <a16:creationId xmlns:a16="http://schemas.microsoft.com/office/drawing/2014/main" id="{04734DDF-FE63-C41D-66E6-2A27D832B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8" name="Oval 20">
                  <a:extLst>
                    <a:ext uri="{FF2B5EF4-FFF2-40B4-BE49-F238E27FC236}">
                      <a16:creationId xmlns:a16="http://schemas.microsoft.com/office/drawing/2014/main" id="{0FF3581C-DB3B-0A92-DD52-C55904731E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9" name="Oval 21">
                  <a:extLst>
                    <a:ext uri="{FF2B5EF4-FFF2-40B4-BE49-F238E27FC236}">
                      <a16:creationId xmlns:a16="http://schemas.microsoft.com/office/drawing/2014/main" id="{2A66099D-903E-1151-AB7B-366B0F0829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0" name="Oval 22">
                  <a:extLst>
                    <a:ext uri="{FF2B5EF4-FFF2-40B4-BE49-F238E27FC236}">
                      <a16:creationId xmlns:a16="http://schemas.microsoft.com/office/drawing/2014/main" id="{F3631B84-6197-519F-2936-97DC0994DD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1" name="Oval 23">
                  <a:extLst>
                    <a:ext uri="{FF2B5EF4-FFF2-40B4-BE49-F238E27FC236}">
                      <a16:creationId xmlns:a16="http://schemas.microsoft.com/office/drawing/2014/main" id="{110D498F-12BA-503C-C33B-16BDBD0B0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5503864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2" name="Oval 24">
                  <a:extLst>
                    <a:ext uri="{FF2B5EF4-FFF2-40B4-BE49-F238E27FC236}">
                      <a16:creationId xmlns:a16="http://schemas.microsoft.com/office/drawing/2014/main" id="{8975AB86-B25A-0286-8B84-B130E72F75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5503864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3" name="Oval 25">
                  <a:extLst>
                    <a:ext uri="{FF2B5EF4-FFF2-40B4-BE49-F238E27FC236}">
                      <a16:creationId xmlns:a16="http://schemas.microsoft.com/office/drawing/2014/main" id="{CAA7261E-4837-1FB9-1077-BBBFBF5E0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5503864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4" name="Oval 26">
                  <a:extLst>
                    <a:ext uri="{FF2B5EF4-FFF2-40B4-BE49-F238E27FC236}">
                      <a16:creationId xmlns:a16="http://schemas.microsoft.com/office/drawing/2014/main" id="{B72E68E1-C511-7AFC-F1EC-3BC75B313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5" name="Oval 27">
                  <a:extLst>
                    <a:ext uri="{FF2B5EF4-FFF2-40B4-BE49-F238E27FC236}">
                      <a16:creationId xmlns:a16="http://schemas.microsoft.com/office/drawing/2014/main" id="{EF75ADB7-0A28-B644-6BD6-E868C7C325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6" name="Oval 28">
                  <a:extLst>
                    <a:ext uri="{FF2B5EF4-FFF2-40B4-BE49-F238E27FC236}">
                      <a16:creationId xmlns:a16="http://schemas.microsoft.com/office/drawing/2014/main" id="{658FFB18-080C-DC34-0924-24E51B6A7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7" name="Oval 29">
                  <a:extLst>
                    <a:ext uri="{FF2B5EF4-FFF2-40B4-BE49-F238E27FC236}">
                      <a16:creationId xmlns:a16="http://schemas.microsoft.com/office/drawing/2014/main" id="{F7E539A5-ADA6-4B49-81E7-6CACF47AC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829176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8" name="Oval 30">
                  <a:extLst>
                    <a:ext uri="{FF2B5EF4-FFF2-40B4-BE49-F238E27FC236}">
                      <a16:creationId xmlns:a16="http://schemas.microsoft.com/office/drawing/2014/main" id="{C10ECE8C-2FD3-7DB6-C977-9832C1888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9" name="Oval 31">
                  <a:extLst>
                    <a:ext uri="{FF2B5EF4-FFF2-40B4-BE49-F238E27FC236}">
                      <a16:creationId xmlns:a16="http://schemas.microsoft.com/office/drawing/2014/main" id="{F076C01D-0D2E-1261-7A9E-49923531F9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829176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0" name="Oval 32">
                  <a:extLst>
                    <a:ext uri="{FF2B5EF4-FFF2-40B4-BE49-F238E27FC236}">
                      <a16:creationId xmlns:a16="http://schemas.microsoft.com/office/drawing/2014/main" id="{6155CBAC-1E69-6B8A-C900-D074549B3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829176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1" name="Oval 33">
                  <a:extLst>
                    <a:ext uri="{FF2B5EF4-FFF2-40B4-BE49-F238E27FC236}">
                      <a16:creationId xmlns:a16="http://schemas.microsoft.com/office/drawing/2014/main" id="{DC6797A1-B3B5-631A-E08E-CB2CC79AA2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2" name="Oval 34">
                  <a:extLst>
                    <a:ext uri="{FF2B5EF4-FFF2-40B4-BE49-F238E27FC236}">
                      <a16:creationId xmlns:a16="http://schemas.microsoft.com/office/drawing/2014/main" id="{D32B3789-2843-22B1-5EE6-6318FF93B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3" name="Oval 35">
                  <a:extLst>
                    <a:ext uri="{FF2B5EF4-FFF2-40B4-BE49-F238E27FC236}">
                      <a16:creationId xmlns:a16="http://schemas.microsoft.com/office/drawing/2014/main" id="{7EE8776F-39B6-4C7B-755A-E738516580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4" name="Oval 36">
                  <a:extLst>
                    <a:ext uri="{FF2B5EF4-FFF2-40B4-BE49-F238E27FC236}">
                      <a16:creationId xmlns:a16="http://schemas.microsoft.com/office/drawing/2014/main" id="{6C790396-C36A-E4C2-F7BC-965E3975F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5" name="Oval 37">
                  <a:extLst>
                    <a:ext uri="{FF2B5EF4-FFF2-40B4-BE49-F238E27FC236}">
                      <a16:creationId xmlns:a16="http://schemas.microsoft.com/office/drawing/2014/main" id="{94828A69-F83B-15D5-F4E6-7F05F638F7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4156075"/>
                  <a:ext cx="223837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6" name="Oval 38">
                  <a:extLst>
                    <a:ext uri="{FF2B5EF4-FFF2-40B4-BE49-F238E27FC236}">
                      <a16:creationId xmlns:a16="http://schemas.microsoft.com/office/drawing/2014/main" id="{B24ED43D-6027-A172-9250-A6CAA10686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4156075"/>
                  <a:ext cx="225425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7" name="Oval 39">
                  <a:extLst>
                    <a:ext uri="{FF2B5EF4-FFF2-40B4-BE49-F238E27FC236}">
                      <a16:creationId xmlns:a16="http://schemas.microsoft.com/office/drawing/2014/main" id="{35C7024E-1CCE-0863-88E3-1C78B466C1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4156075"/>
                  <a:ext cx="223838" cy="223838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8" name="Oval 40">
                  <a:extLst>
                    <a:ext uri="{FF2B5EF4-FFF2-40B4-BE49-F238E27FC236}">
                      <a16:creationId xmlns:a16="http://schemas.microsoft.com/office/drawing/2014/main" id="{3CB6976E-11EC-A30A-F4A4-152A8211E9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9" name="Oval 41">
                  <a:extLst>
                    <a:ext uri="{FF2B5EF4-FFF2-40B4-BE49-F238E27FC236}">
                      <a16:creationId xmlns:a16="http://schemas.microsoft.com/office/drawing/2014/main" id="{A07CBF66-DFB5-CB93-417B-14473A3696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0" name="Oval 42">
                  <a:extLst>
                    <a:ext uri="{FF2B5EF4-FFF2-40B4-BE49-F238E27FC236}">
                      <a16:creationId xmlns:a16="http://schemas.microsoft.com/office/drawing/2014/main" id="{FE6B8710-0106-2504-8728-1EB01A9034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1" name="Oval 43">
                  <a:extLst>
                    <a:ext uri="{FF2B5EF4-FFF2-40B4-BE49-F238E27FC236}">
                      <a16:creationId xmlns:a16="http://schemas.microsoft.com/office/drawing/2014/main" id="{EA30229E-2D52-EE51-A731-CF89F90F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2" name="Oval 44">
                  <a:extLst>
                    <a:ext uri="{FF2B5EF4-FFF2-40B4-BE49-F238E27FC236}">
                      <a16:creationId xmlns:a16="http://schemas.microsoft.com/office/drawing/2014/main" id="{423CCD2D-F489-E8AE-B01A-EACB84662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3481389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3" name="Oval 45">
                  <a:extLst>
                    <a:ext uri="{FF2B5EF4-FFF2-40B4-BE49-F238E27FC236}">
                      <a16:creationId xmlns:a16="http://schemas.microsoft.com/office/drawing/2014/main" id="{F56819F3-9477-C3F5-73A4-1EF5806E89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3481389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4" name="Oval 46">
                  <a:extLst>
                    <a:ext uri="{FF2B5EF4-FFF2-40B4-BE49-F238E27FC236}">
                      <a16:creationId xmlns:a16="http://schemas.microsoft.com/office/drawing/2014/main" id="{87E7C9A9-A88D-7940-4E0A-A08371977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3481389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5" name="Oval 47">
                  <a:extLst>
                    <a:ext uri="{FF2B5EF4-FFF2-40B4-BE49-F238E27FC236}">
                      <a16:creationId xmlns:a16="http://schemas.microsoft.com/office/drawing/2014/main" id="{D4C92986-7952-CD68-0B03-7422B2DD6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6" name="Oval 48">
                  <a:extLst>
                    <a:ext uri="{FF2B5EF4-FFF2-40B4-BE49-F238E27FC236}">
                      <a16:creationId xmlns:a16="http://schemas.microsoft.com/office/drawing/2014/main" id="{CFC00756-D9A3-3E7C-BF0A-3E44151662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7" name="Oval 49">
                  <a:extLst>
                    <a:ext uri="{FF2B5EF4-FFF2-40B4-BE49-F238E27FC236}">
                      <a16:creationId xmlns:a16="http://schemas.microsoft.com/office/drawing/2014/main" id="{9BA009F3-80AA-3833-C9EA-CA4A0FC73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8" name="Oval 50">
                  <a:extLst>
                    <a:ext uri="{FF2B5EF4-FFF2-40B4-BE49-F238E27FC236}">
                      <a16:creationId xmlns:a16="http://schemas.microsoft.com/office/drawing/2014/main" id="{080D1B53-D60E-C275-93DE-7C854B7ED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9" name="Oval 51">
                  <a:extLst>
                    <a:ext uri="{FF2B5EF4-FFF2-40B4-BE49-F238E27FC236}">
                      <a16:creationId xmlns:a16="http://schemas.microsoft.com/office/drawing/2014/main" id="{38BB356D-4D15-B3B2-3775-7707541075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808289"/>
                  <a:ext cx="223837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0" name="Oval 52">
                  <a:extLst>
                    <a:ext uri="{FF2B5EF4-FFF2-40B4-BE49-F238E27FC236}">
                      <a16:creationId xmlns:a16="http://schemas.microsoft.com/office/drawing/2014/main" id="{C9F901FE-5AFE-1E1A-B1E7-44DF1EC1E0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808289"/>
                  <a:ext cx="225425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1" name="Oval 53">
                  <a:extLst>
                    <a:ext uri="{FF2B5EF4-FFF2-40B4-BE49-F238E27FC236}">
                      <a16:creationId xmlns:a16="http://schemas.microsoft.com/office/drawing/2014/main" id="{7B306930-4EE6-45ED-CB9F-B9CB1BB35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808289"/>
                  <a:ext cx="223838" cy="223837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2" name="Oval 54">
                  <a:extLst>
                    <a:ext uri="{FF2B5EF4-FFF2-40B4-BE49-F238E27FC236}">
                      <a16:creationId xmlns:a16="http://schemas.microsoft.com/office/drawing/2014/main" id="{7ED5D13E-CE64-9916-CA70-254631C417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32439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3" name="Oval 55">
                  <a:extLst>
                    <a:ext uri="{FF2B5EF4-FFF2-40B4-BE49-F238E27FC236}">
                      <a16:creationId xmlns:a16="http://schemas.microsoft.com/office/drawing/2014/main" id="{E9D49964-5885-48AA-CB07-BC4DC1AE1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5539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4" name="Oval 56">
                  <a:extLst>
                    <a:ext uri="{FF2B5EF4-FFF2-40B4-BE49-F238E27FC236}">
                      <a16:creationId xmlns:a16="http://schemas.microsoft.com/office/drawing/2014/main" id="{1489D425-759B-5388-E46B-34D268344D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80225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5" name="Oval 57">
                  <a:extLst>
                    <a:ext uri="{FF2B5EF4-FFF2-40B4-BE49-F238E27FC236}">
                      <a16:creationId xmlns:a16="http://schemas.microsoft.com/office/drawing/2014/main" id="{BE97C4D1-B7F1-BF64-18BD-1C5E9D3506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3326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6" name="Oval 58">
                  <a:extLst>
                    <a:ext uri="{FF2B5EF4-FFF2-40B4-BE49-F238E27FC236}">
                      <a16:creationId xmlns:a16="http://schemas.microsoft.com/office/drawing/2014/main" id="{941DC8BB-D7C3-A443-B2F0-AEFC623A4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28014" y="2133601"/>
                  <a:ext cx="223837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7" name="Oval 59">
                  <a:extLst>
                    <a:ext uri="{FF2B5EF4-FFF2-40B4-BE49-F238E27FC236}">
                      <a16:creationId xmlns:a16="http://schemas.microsoft.com/office/drawing/2014/main" id="{3E7C788E-4660-BD99-09CD-DB7FB13A7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01114" y="2133601"/>
                  <a:ext cx="225425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8" name="Oval 60">
                  <a:extLst>
                    <a:ext uri="{FF2B5EF4-FFF2-40B4-BE49-F238E27FC236}">
                      <a16:creationId xmlns:a16="http://schemas.microsoft.com/office/drawing/2014/main" id="{BABC9542-637C-C8DE-6898-E4061BB65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575800" y="2133601"/>
                  <a:ext cx="223838" cy="22542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9518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Yota Tsompanopoulou</dc:creator>
  <cp:lastModifiedBy>Yota Tsompanopoulou</cp:lastModifiedBy>
  <cp:revision>1</cp:revision>
  <dcterms:created xsi:type="dcterms:W3CDTF">2024-11-04T15:13:25Z</dcterms:created>
  <dcterms:modified xsi:type="dcterms:W3CDTF">2024-11-04T15:19:02Z</dcterms:modified>
</cp:coreProperties>
</file>